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6"/>
  </p:notesMasterIdLst>
  <p:sldIdLst>
    <p:sldId id="257" r:id="rId2"/>
    <p:sldId id="258" r:id="rId3"/>
    <p:sldId id="259" r:id="rId4"/>
    <p:sldId id="260" r:id="rId5"/>
    <p:sldId id="261" r:id="rId6"/>
    <p:sldId id="262" r:id="rId7"/>
    <p:sldId id="263" r:id="rId8"/>
    <p:sldId id="264" r:id="rId9"/>
    <p:sldId id="266" r:id="rId10"/>
    <p:sldId id="268" r:id="rId11"/>
    <p:sldId id="267" r:id="rId12"/>
    <p:sldId id="270" r:id="rId13"/>
    <p:sldId id="271" r:id="rId14"/>
    <p:sldId id="265" r:id="rId15"/>
    <p:sldId id="269" r:id="rId16"/>
    <p:sldId id="272" r:id="rId17"/>
    <p:sldId id="273" r:id="rId18"/>
    <p:sldId id="274"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8" r:id="rId39"/>
    <p:sldId id="300" r:id="rId40"/>
    <p:sldId id="301" r:id="rId41"/>
    <p:sldId id="302" r:id="rId42"/>
    <p:sldId id="303" r:id="rId43"/>
    <p:sldId id="304" r:id="rId44"/>
    <p:sldId id="305" r:id="rId45"/>
    <p:sldId id="306" r:id="rId46"/>
    <p:sldId id="297" r:id="rId47"/>
    <p:sldId id="295" r:id="rId48"/>
    <p:sldId id="296" r:id="rId49"/>
    <p:sldId id="308" r:id="rId50"/>
    <p:sldId id="309" r:id="rId51"/>
    <p:sldId id="310" r:id="rId52"/>
    <p:sldId id="311" r:id="rId53"/>
    <p:sldId id="312" r:id="rId54"/>
    <p:sldId id="313" r:id="rId55"/>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810"/>
    <p:restoredTop sz="85185" autoAdjust="0"/>
  </p:normalViewPr>
  <p:slideViewPr>
    <p:cSldViewPr snapToGrid="0">
      <p:cViewPr varScale="1">
        <p:scale>
          <a:sx n="50" d="100"/>
          <a:sy n="50" d="100"/>
        </p:scale>
        <p:origin x="644"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54E373-69D0-4F11-ACC6-88E50A6C7809}" type="datetimeFigureOut">
              <a:rPr lang="en-US" smtClean="0"/>
              <a:t>08/05/2025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96FD-4067-4E15-8157-23C3103AA76F}" type="slidenum">
              <a:rPr lang="en-US" smtClean="0"/>
              <a:t>‹#›</a:t>
            </a:fld>
            <a:endParaRPr lang="en-US"/>
          </a:p>
        </p:txBody>
      </p:sp>
    </p:spTree>
    <p:extLst>
      <p:ext uri="{BB962C8B-B14F-4D97-AF65-F5344CB8AC3E}">
        <p14:creationId xmlns:p14="http://schemas.microsoft.com/office/powerpoint/2010/main" val="2949630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a:t>Tốn L/R giây để truyền (đẩy qua) gói có L bits lên đường liên kết R bps</a:t>
            </a:r>
          </a:p>
          <a:p>
            <a:pPr>
              <a:lnSpc>
                <a:spcPct val="90000"/>
              </a:lnSpc>
            </a:pPr>
            <a:r>
              <a:rPr lang="en-US" altLang="en-US" sz="1200"/>
              <a:t>Toàn bộ gói phải đến router trước khi có thể truyền sang liên kết kế tiếp: </a:t>
            </a:r>
            <a:r>
              <a:rPr lang="en-US" altLang="en-US" sz="1200">
                <a:solidFill>
                  <a:srgbClr val="FF0000"/>
                </a:solidFill>
              </a:rPr>
              <a:t>lưu và chuyển tiếp</a:t>
            </a:r>
            <a:r>
              <a:rPr lang="en-US" altLang="en-US" sz="1200"/>
              <a:t> (</a:t>
            </a:r>
            <a:r>
              <a:rPr lang="en-US" altLang="en-US" sz="1200" i="1"/>
              <a:t>store and forward</a:t>
            </a:r>
            <a:r>
              <a:rPr lang="en-US" altLang="en-US" sz="1200" i="1">
                <a:solidFill>
                  <a:srgbClr val="FF0000"/>
                </a:solidFill>
              </a:rPr>
              <a:t>)</a:t>
            </a:r>
          </a:p>
          <a:p>
            <a:pPr>
              <a:lnSpc>
                <a:spcPct val="90000"/>
              </a:lnSpc>
            </a:pPr>
            <a:r>
              <a:rPr lang="en-US" altLang="en-US" sz="1200"/>
              <a:t>delay = 3L/R (giả sử độ trễ khi lan truyền trên mạng bằng 0)</a:t>
            </a:r>
          </a:p>
          <a:p>
            <a:pPr>
              <a:lnSpc>
                <a:spcPct val="90000"/>
              </a:lnSpc>
              <a:buFont typeface="Wingdings" panose="05000000000000000000" pitchFamily="2" charset="2"/>
              <a:buNone/>
            </a:pPr>
            <a:r>
              <a:rPr lang="en-US" altLang="en-US" sz="1200" u="sng">
                <a:solidFill>
                  <a:srgbClr val="FF0000"/>
                </a:solidFill>
              </a:rPr>
              <a:t>Ví dụ:</a:t>
            </a:r>
            <a:endParaRPr lang="en-US" altLang="en-US" sz="1200"/>
          </a:p>
          <a:p>
            <a:pPr>
              <a:lnSpc>
                <a:spcPct val="90000"/>
              </a:lnSpc>
            </a:pPr>
            <a:r>
              <a:rPr lang="en-US" altLang="en-US" sz="1200"/>
              <a:t>L = 7.5 Mbits</a:t>
            </a:r>
          </a:p>
          <a:p>
            <a:pPr>
              <a:lnSpc>
                <a:spcPct val="90000"/>
              </a:lnSpc>
            </a:pPr>
            <a:r>
              <a:rPr lang="en-US" altLang="en-US" sz="1200"/>
              <a:t>R = 1.5 Mbps</a:t>
            </a:r>
          </a:p>
          <a:p>
            <a:pPr>
              <a:lnSpc>
                <a:spcPct val="90000"/>
              </a:lnSpc>
            </a:pPr>
            <a:r>
              <a:rPr lang="en-US" altLang="en-US" sz="1200"/>
              <a:t>delay = 15 giây</a:t>
            </a:r>
          </a:p>
          <a:p>
            <a:endParaRPr lang="en-US"/>
          </a:p>
        </p:txBody>
      </p:sp>
      <p:sp>
        <p:nvSpPr>
          <p:cNvPr id="4" name="Slide Number Placeholder 3"/>
          <p:cNvSpPr>
            <a:spLocks noGrp="1"/>
          </p:cNvSpPr>
          <p:nvPr>
            <p:ph type="sldNum" sz="quarter" idx="5"/>
          </p:nvPr>
        </p:nvSpPr>
        <p:spPr/>
        <p:txBody>
          <a:bodyPr/>
          <a:lstStyle/>
          <a:p>
            <a:fld id="{B63396FD-4067-4E15-8157-23C3103AA76F}" type="slidenum">
              <a:rPr lang="en-US" smtClean="0"/>
              <a:t>44</a:t>
            </a:fld>
            <a:endParaRPr lang="en-US"/>
          </a:p>
        </p:txBody>
      </p:sp>
    </p:spTree>
    <p:extLst>
      <p:ext uri="{BB962C8B-B14F-4D97-AF65-F5344CB8AC3E}">
        <p14:creationId xmlns:p14="http://schemas.microsoft.com/office/powerpoint/2010/main" val="1511897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1CF93-CED1-BEFD-2DB0-E4F19C79C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E37C8-3B82-7C10-A2E5-2FFDCAC2A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4AD98-F319-5145-DA0C-437D57335FA7}"/>
              </a:ext>
            </a:extLst>
          </p:cNvPr>
          <p:cNvSpPr>
            <a:spLocks noGrp="1"/>
          </p:cNvSpPr>
          <p:nvPr>
            <p:ph type="body" idx="1"/>
          </p:nvPr>
        </p:nvSpPr>
        <p:spPr/>
        <p:txBody>
          <a:bodyPr/>
          <a:lstStyle/>
          <a:p>
            <a:pPr>
              <a:lnSpc>
                <a:spcPct val="90000"/>
              </a:lnSpc>
              <a:buFont typeface="Wingdings" panose="05000000000000000000" pitchFamily="2" charset="2"/>
              <a:buNone/>
            </a:pPr>
            <a:r>
              <a:rPr lang="en-US" altLang="en-US" sz="1200"/>
              <a:t>Chuỗi các gói A &amp; B không chia sẻ tài nguyên theo khuôn mẫu cố định mà chia sẻ theo yêu cầu </a:t>
            </a:r>
            <a:r>
              <a:rPr lang="en-US" altLang="en-US" sz="1200">
                <a:sym typeface="Monotype Sorts" pitchFamily="2" charset="2"/>
              </a:rPr>
              <a:t> </a:t>
            </a:r>
            <a:r>
              <a:rPr lang="en-US" altLang="en-US" sz="1200" b="1" i="1">
                <a:solidFill>
                  <a:srgbClr val="FF0000"/>
                </a:solidFill>
                <a:sym typeface="Monotype Sorts" pitchFamily="2" charset="2"/>
              </a:rPr>
              <a:t>statistical multiplexing</a:t>
            </a:r>
            <a:r>
              <a:rPr lang="en-US" altLang="en-US" sz="1200">
                <a:sym typeface="Monotype Sorts" pitchFamily="2" charset="2"/>
              </a:rPr>
              <a:t>.</a:t>
            </a:r>
          </a:p>
          <a:p>
            <a:pPr>
              <a:lnSpc>
                <a:spcPct val="90000"/>
              </a:lnSpc>
              <a:buFont typeface="Wingdings" panose="05000000000000000000" pitchFamily="2" charset="2"/>
              <a:buNone/>
            </a:pPr>
            <a:r>
              <a:rPr lang="en-US" altLang="en-US" sz="1200">
                <a:sym typeface="Monotype Sorts" pitchFamily="2" charset="2"/>
              </a:rPr>
              <a:t>TDM: mỗi host lấy cùng slot theo chu kỳ TDM frame.</a:t>
            </a:r>
            <a:endParaRPr lang="en-US" altLang="en-US" sz="1200"/>
          </a:p>
          <a:p>
            <a:endParaRPr lang="en-US"/>
          </a:p>
        </p:txBody>
      </p:sp>
      <p:sp>
        <p:nvSpPr>
          <p:cNvPr id="4" name="Slide Number Placeholder 3">
            <a:extLst>
              <a:ext uri="{FF2B5EF4-FFF2-40B4-BE49-F238E27FC236}">
                <a16:creationId xmlns:a16="http://schemas.microsoft.com/office/drawing/2014/main" id="{57CE04A6-51D0-16FA-A5FF-8788ADEEBB39}"/>
              </a:ext>
            </a:extLst>
          </p:cNvPr>
          <p:cNvSpPr>
            <a:spLocks noGrp="1"/>
          </p:cNvSpPr>
          <p:nvPr>
            <p:ph type="sldNum" sz="quarter" idx="5"/>
          </p:nvPr>
        </p:nvSpPr>
        <p:spPr/>
        <p:txBody>
          <a:bodyPr/>
          <a:lstStyle/>
          <a:p>
            <a:fld id="{B63396FD-4067-4E15-8157-23C3103AA76F}" type="slidenum">
              <a:rPr lang="en-US" smtClean="0"/>
              <a:t>45</a:t>
            </a:fld>
            <a:endParaRPr lang="en-US"/>
          </a:p>
        </p:txBody>
      </p:sp>
    </p:spTree>
    <p:extLst>
      <p:ext uri="{BB962C8B-B14F-4D97-AF65-F5344CB8AC3E}">
        <p14:creationId xmlns:p14="http://schemas.microsoft.com/office/powerpoint/2010/main" val="26614001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1FA5C7D-F076-ABAB-28ED-936E6476926A}"/>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12" name="Rectangle 11">
            <a:extLst>
              <a:ext uri="{FF2B5EF4-FFF2-40B4-BE49-F238E27FC236}">
                <a16:creationId xmlns:a16="http://schemas.microsoft.com/office/drawing/2014/main" id="{76CBF138-DDAA-03AE-2BFD-F0E6E77D0894}"/>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7" name="Picture 16">
            <a:extLst>
              <a:ext uri="{FF2B5EF4-FFF2-40B4-BE49-F238E27FC236}">
                <a16:creationId xmlns:a16="http://schemas.microsoft.com/office/drawing/2014/main" id="{A6B26E30-45B4-E434-42E3-BFE66D53EB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6" name="Slide Number Placeholder 5"/>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5" name="TextBox 14">
            <a:extLst>
              <a:ext uri="{FF2B5EF4-FFF2-40B4-BE49-F238E27FC236}">
                <a16:creationId xmlns:a16="http://schemas.microsoft.com/office/drawing/2014/main" id="{EF8EE5A3-86BB-B40C-62D9-2E005424811B}"/>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20" name="Picture 19" descr="A building with trees in the background&#10;&#10;Description automatically generated">
            <a:extLst>
              <a:ext uri="{FF2B5EF4-FFF2-40B4-BE49-F238E27FC236}">
                <a16:creationId xmlns:a16="http://schemas.microsoft.com/office/drawing/2014/main" id="{633C415B-DE87-6E90-4B13-A134B02EF4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 y="5045074"/>
            <a:ext cx="12202160" cy="1676400"/>
          </a:xfrm>
          <a:prstGeom prst="rect">
            <a:avLst/>
          </a:prstGeom>
        </p:spPr>
      </p:pic>
      <p:sp>
        <p:nvSpPr>
          <p:cNvPr id="21" name="TextBox 20">
            <a:extLst>
              <a:ext uri="{FF2B5EF4-FFF2-40B4-BE49-F238E27FC236}">
                <a16:creationId xmlns:a16="http://schemas.microsoft.com/office/drawing/2014/main" id="{C088D834-70EE-F737-6AE1-030852F6AA55}"/>
              </a:ext>
            </a:extLst>
          </p:cNvPr>
          <p:cNvSpPr txBox="1"/>
          <p:nvPr userDrawn="1"/>
        </p:nvSpPr>
        <p:spPr>
          <a:xfrm>
            <a:off x="2545718" y="32083"/>
            <a:ext cx="7090403" cy="646331"/>
          </a:xfrm>
          <a:prstGeom prst="rect">
            <a:avLst/>
          </a:prstGeom>
          <a:noFill/>
        </p:spPr>
        <p:txBody>
          <a:bodyPr wrap="none" rtlCol="0">
            <a:spAutoFit/>
          </a:bodyPr>
          <a:lstStyle/>
          <a:p>
            <a:pPr algn="ctr"/>
            <a:r>
              <a:rPr lang="en-US" sz="1800">
                <a:solidFill>
                  <a:schemeClr val="bg1"/>
                </a:solidFill>
                <a:latin typeface="Arial" panose="020B0604020202020204" pitchFamily="34" charset="0"/>
                <a:cs typeface="Arial" panose="020B0604020202020204" pitchFamily="34" charset="0"/>
              </a:rPr>
              <a:t>BỘ CÔNG THƯƠNG</a:t>
            </a:r>
          </a:p>
          <a:p>
            <a:pPr algn="ctr"/>
            <a:r>
              <a:rPr lang="en-US" sz="1800" b="1">
                <a:solidFill>
                  <a:schemeClr val="bg1"/>
                </a:solidFill>
                <a:latin typeface="Arial" panose="020B0604020202020204" pitchFamily="34" charset="0"/>
                <a:cs typeface="Arial" panose="020B0604020202020204" pitchFamily="34" charset="0"/>
              </a:rPr>
              <a:t>TRƯỜNG ĐẠI HỌC CÔNG THƯƠNG THÀNH PHỐ HỒ CHÍ MINH</a:t>
            </a:r>
            <a:endParaRPr lang="en-VN" sz="1800" b="1">
              <a:solidFill>
                <a:schemeClr val="bg1"/>
              </a:solidFill>
              <a:latin typeface="Arial" panose="020B0604020202020204" pitchFamily="34" charset="0"/>
              <a:cs typeface="Arial" panose="020B0604020202020204" pitchFamily="34" charset="0"/>
            </a:endParaRPr>
          </a:p>
        </p:txBody>
      </p:sp>
      <p:pic>
        <p:nvPicPr>
          <p:cNvPr id="23" name="Picture 22" descr="A white circle with blue and red text and a book with a graduation cap&#10;&#10;Description automatically generated">
            <a:extLst>
              <a:ext uri="{FF2B5EF4-FFF2-40B4-BE49-F238E27FC236}">
                <a16:creationId xmlns:a16="http://schemas.microsoft.com/office/drawing/2014/main" id="{CC7CB636-E017-BD51-B7F7-2797B5CEAFFA}"/>
              </a:ext>
            </a:extLst>
          </p:cNvPr>
          <p:cNvPicPr>
            <a:picLocks/>
          </p:cNvPicPr>
          <p:nvPr userDrawn="1"/>
        </p:nvPicPr>
        <p:blipFill>
          <a:blip r:embed="rId4" cstate="screen">
            <a:extLst>
              <a:ext uri="{28A0092B-C50C-407E-A947-70E740481C1C}">
                <a14:useLocalDpi xmlns:a14="http://schemas.microsoft.com/office/drawing/2010/main"/>
              </a:ext>
            </a:extLst>
          </a:blip>
          <a:stretch>
            <a:fillRect/>
          </a:stretch>
        </p:blipFill>
        <p:spPr>
          <a:xfrm>
            <a:off x="356133" y="18061"/>
            <a:ext cx="666000" cy="666000"/>
          </a:xfrm>
          <a:prstGeom prst="rect">
            <a:avLst/>
          </a:prstGeom>
        </p:spPr>
      </p:pic>
    </p:spTree>
    <p:extLst>
      <p:ext uri="{BB962C8B-B14F-4D97-AF65-F5344CB8AC3E}">
        <p14:creationId xmlns:p14="http://schemas.microsoft.com/office/powerpoint/2010/main" val="223902314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D56CA0-7F99-A73F-EC74-87E2C37C45F8}"/>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84305"/>
            <a:ext cx="10515600" cy="806384"/>
          </a:xfrm>
        </p:spPr>
        <p:txBody>
          <a:bodyPr/>
          <a:lstStyle/>
          <a:p>
            <a:r>
              <a:rPr lang="en-US" dirty="0"/>
              <a:t>Click to edit Master title style</a:t>
            </a:r>
          </a:p>
        </p:txBody>
      </p:sp>
      <p:sp>
        <p:nvSpPr>
          <p:cNvPr id="3" name="Content Placeholder 2"/>
          <p:cNvSpPr>
            <a:spLocks noGrp="1"/>
          </p:cNvSpPr>
          <p:nvPr>
            <p:ph idx="1"/>
          </p:nvPr>
        </p:nvSpPr>
        <p:spPr/>
        <p:txBody>
          <a:bodyPr/>
          <a:lstStyle>
            <a:lvl2pPr marL="685800" indent="-228600">
              <a:buFont typeface="Wingdings" panose="05000000000000000000" pitchFamily="2" charset="2"/>
              <a:buChar char="§"/>
              <a:defRPr/>
            </a:lvl2pPr>
            <a:lvl3pPr marL="1143000" indent="-228600">
              <a:buFont typeface="Wingdings" panose="05000000000000000000" pitchFamily="2" charset="2"/>
              <a:buChar char="v"/>
              <a:defRPr/>
            </a:lvl3pPr>
            <a:lvl4pPr marL="1600200" indent="-228600">
              <a:buFont typeface="Wingdings" panose="05000000000000000000" pitchFamily="2" charset="2"/>
              <a:buChar char="Ø"/>
              <a:defRPr/>
            </a:lvl4pPr>
            <a:lvl5pPr marL="2057400" indent="-228600">
              <a:buFont typeface="Wingdings" panose="05000000000000000000" pitchFamily="2" charset="2"/>
              <a:buChar char="ü"/>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A black background with white text&#10;&#10;Description automatically generated">
            <a:extLst>
              <a:ext uri="{FF2B5EF4-FFF2-40B4-BE49-F238E27FC236}">
                <a16:creationId xmlns:a16="http://schemas.microsoft.com/office/drawing/2014/main" id="{636941E3-E3EC-8EF3-53CB-96FCF404C8E3}"/>
              </a:ext>
            </a:extLst>
          </p:cNvPr>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
        <p:nvSpPr>
          <p:cNvPr id="11" name="Rectangle 11">
            <a:extLst>
              <a:ext uri="{FF2B5EF4-FFF2-40B4-BE49-F238E27FC236}">
                <a16:creationId xmlns:a16="http://schemas.microsoft.com/office/drawing/2014/main" id="{D433E92D-1893-9769-8444-34EEDD3F24BC}"/>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2" name="Picture 11">
            <a:extLst>
              <a:ext uri="{FF2B5EF4-FFF2-40B4-BE49-F238E27FC236}">
                <a16:creationId xmlns:a16="http://schemas.microsoft.com/office/drawing/2014/main" id="{2550C907-0A3F-10BA-C15C-CA461460FE9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3" name="Slide Number Placeholder 5">
            <a:extLst>
              <a:ext uri="{FF2B5EF4-FFF2-40B4-BE49-F238E27FC236}">
                <a16:creationId xmlns:a16="http://schemas.microsoft.com/office/drawing/2014/main" id="{FB4E7459-A8A2-5081-F907-74BAE4176EAC}"/>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4" name="TextBox 13">
            <a:extLst>
              <a:ext uri="{FF2B5EF4-FFF2-40B4-BE49-F238E27FC236}">
                <a16:creationId xmlns:a16="http://schemas.microsoft.com/office/drawing/2014/main" id="{920F50DE-1588-0A68-B2AE-03A7C3A9B079}"/>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spTree>
    <p:extLst>
      <p:ext uri="{BB962C8B-B14F-4D97-AF65-F5344CB8AC3E}">
        <p14:creationId xmlns:p14="http://schemas.microsoft.com/office/powerpoint/2010/main" val="3677958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7" name="Rectangle 6">
            <a:extLst>
              <a:ext uri="{FF2B5EF4-FFF2-40B4-BE49-F238E27FC236}">
                <a16:creationId xmlns:a16="http://schemas.microsoft.com/office/drawing/2014/main" id="{BFDCC048-85E1-D9DE-466A-D5EAB21DAFC6}"/>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9" name="Rectangle 11">
            <a:extLst>
              <a:ext uri="{FF2B5EF4-FFF2-40B4-BE49-F238E27FC236}">
                <a16:creationId xmlns:a16="http://schemas.microsoft.com/office/drawing/2014/main" id="{0547C463-86A8-9ADB-B42F-6F8F911146A4}"/>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0" name="Picture 9">
            <a:extLst>
              <a:ext uri="{FF2B5EF4-FFF2-40B4-BE49-F238E27FC236}">
                <a16:creationId xmlns:a16="http://schemas.microsoft.com/office/drawing/2014/main" id="{DC2EE3A5-6242-A6B2-F6B4-2094B545F5E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1" name="Slide Number Placeholder 5">
            <a:extLst>
              <a:ext uri="{FF2B5EF4-FFF2-40B4-BE49-F238E27FC236}">
                <a16:creationId xmlns:a16="http://schemas.microsoft.com/office/drawing/2014/main" id="{A9473FA4-C6C6-7E97-AACE-A35CFDAB768B}"/>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2" name="TextBox 11">
            <a:extLst>
              <a:ext uri="{FF2B5EF4-FFF2-40B4-BE49-F238E27FC236}">
                <a16:creationId xmlns:a16="http://schemas.microsoft.com/office/drawing/2014/main" id="{5C851853-8430-FC7D-0C05-EA3095D410B2}"/>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6" name="Picture 5" descr="A black background with white text&#10;&#10;Description automatically generated">
            <a:extLst>
              <a:ext uri="{FF2B5EF4-FFF2-40B4-BE49-F238E27FC236}">
                <a16:creationId xmlns:a16="http://schemas.microsoft.com/office/drawing/2014/main" id="{A632828F-0B4F-8119-5B19-088A1173C903}"/>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1991189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77EE82EC-C435-7D46-EFDD-D5C6A244EEA6}"/>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977329"/>
            <a:ext cx="10515600" cy="713361"/>
          </a:xfrm>
        </p:spPr>
        <p:txBody>
          <a:bodyPr/>
          <a:lstStyle/>
          <a:p>
            <a:r>
              <a:rPr lang="en-US" dirty="0"/>
              <a:t>Click to edit Master title style</a:t>
            </a:r>
          </a:p>
        </p:txBody>
      </p:sp>
      <p:sp>
        <p:nvSpPr>
          <p:cNvPr id="10" name="Rectangle 11">
            <a:extLst>
              <a:ext uri="{FF2B5EF4-FFF2-40B4-BE49-F238E27FC236}">
                <a16:creationId xmlns:a16="http://schemas.microsoft.com/office/drawing/2014/main" id="{CE50E531-FF89-E7A1-EC42-5664726867C2}"/>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9A4D41C0-EECC-510F-3124-F7EBC163F8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41F0268C-2917-2762-4664-C6ACF3587D3B}"/>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3" name="TextBox 12">
            <a:extLst>
              <a:ext uri="{FF2B5EF4-FFF2-40B4-BE49-F238E27FC236}">
                <a16:creationId xmlns:a16="http://schemas.microsoft.com/office/drawing/2014/main" id="{FC7AE9E0-DBEB-84FF-4DC2-C53AC3C7993F}"/>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5" name="Picture 4" descr="A black background with white text&#10;&#10;Description automatically generated">
            <a:extLst>
              <a:ext uri="{FF2B5EF4-FFF2-40B4-BE49-F238E27FC236}">
                <a16:creationId xmlns:a16="http://schemas.microsoft.com/office/drawing/2014/main" id="{F93BE15D-74FA-AED7-3D2B-A613D05E679B}"/>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2042684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6BA13BF4-06A1-B98B-FD59-CA5020C120FA}"/>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866777"/>
            <a:ext cx="10515600" cy="823912"/>
          </a:xfrm>
        </p:spPr>
        <p:txBody>
          <a:bodyPr/>
          <a:lstStyle/>
          <a:p>
            <a:r>
              <a:rPr lang="en-US" dirty="0"/>
              <a:t>Click to edit Master title style</a:t>
            </a:r>
          </a:p>
        </p:txBody>
      </p:sp>
      <p:sp>
        <p:nvSpPr>
          <p:cNvPr id="12" name="Rectangle 11">
            <a:extLst>
              <a:ext uri="{FF2B5EF4-FFF2-40B4-BE49-F238E27FC236}">
                <a16:creationId xmlns:a16="http://schemas.microsoft.com/office/drawing/2014/main" id="{228D1E83-C000-B443-17A1-67E172C1C81A}"/>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3" name="Picture 12">
            <a:extLst>
              <a:ext uri="{FF2B5EF4-FFF2-40B4-BE49-F238E27FC236}">
                <a16:creationId xmlns:a16="http://schemas.microsoft.com/office/drawing/2014/main" id="{E4F5B01C-A4C1-2548-9E99-49DA8F4F39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4" name="Slide Number Placeholder 5">
            <a:extLst>
              <a:ext uri="{FF2B5EF4-FFF2-40B4-BE49-F238E27FC236}">
                <a16:creationId xmlns:a16="http://schemas.microsoft.com/office/drawing/2014/main" id="{9D622E35-ED11-3E1D-3267-FB7969EBB673}"/>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5" name="TextBox 14">
            <a:extLst>
              <a:ext uri="{FF2B5EF4-FFF2-40B4-BE49-F238E27FC236}">
                <a16:creationId xmlns:a16="http://schemas.microsoft.com/office/drawing/2014/main" id="{E95FADBA-93BC-7FCB-D7C6-2138FE10BECE}"/>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7" name="Picture 6" descr="A black background with white text&#10;&#10;Description automatically generated">
            <a:extLst>
              <a:ext uri="{FF2B5EF4-FFF2-40B4-BE49-F238E27FC236}">
                <a16:creationId xmlns:a16="http://schemas.microsoft.com/office/drawing/2014/main" id="{2F168AC0-F6F3-71BB-BDB7-D14C957BCB1E}"/>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2131784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A521EA7-200B-F8EF-FA1A-AF68F6EAFB52}"/>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74059"/>
            <a:ext cx="10515600" cy="816630"/>
          </a:xfrm>
        </p:spPr>
        <p:txBody>
          <a:bodyPr/>
          <a:lstStyle/>
          <a:p>
            <a:r>
              <a:rPr lang="en-US" dirty="0"/>
              <a:t>Click to edit Master title style</a:t>
            </a:r>
          </a:p>
        </p:txBody>
      </p:sp>
      <p:sp>
        <p:nvSpPr>
          <p:cNvPr id="8" name="Rectangle 11">
            <a:extLst>
              <a:ext uri="{FF2B5EF4-FFF2-40B4-BE49-F238E27FC236}">
                <a16:creationId xmlns:a16="http://schemas.microsoft.com/office/drawing/2014/main" id="{C62A9323-B343-0333-2A84-AB84726F1555}"/>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9" name="Picture 8">
            <a:extLst>
              <a:ext uri="{FF2B5EF4-FFF2-40B4-BE49-F238E27FC236}">
                <a16:creationId xmlns:a16="http://schemas.microsoft.com/office/drawing/2014/main" id="{2472A695-B9BF-2B5E-F712-588F45EA7A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0" name="Slide Number Placeholder 5">
            <a:extLst>
              <a:ext uri="{FF2B5EF4-FFF2-40B4-BE49-F238E27FC236}">
                <a16:creationId xmlns:a16="http://schemas.microsoft.com/office/drawing/2014/main" id="{50B28936-A209-8496-713D-69F064437D73}"/>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1" name="TextBox 10">
            <a:extLst>
              <a:ext uri="{FF2B5EF4-FFF2-40B4-BE49-F238E27FC236}">
                <a16:creationId xmlns:a16="http://schemas.microsoft.com/office/drawing/2014/main" id="{6E1FC07C-FFBA-6E41-FC9E-B8C545CCA2CA}"/>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3" name="Picture 2" descr="A black background with white text&#10;&#10;Description automatically generated">
            <a:extLst>
              <a:ext uri="{FF2B5EF4-FFF2-40B4-BE49-F238E27FC236}">
                <a16:creationId xmlns:a16="http://schemas.microsoft.com/office/drawing/2014/main" id="{943E1AB2-24F0-751B-86DE-9AC77889FA3E}"/>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808962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1F72B6"/>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A64684-422C-D171-0292-6610A91BE81D}"/>
              </a:ext>
            </a:extLst>
          </p:cNvPr>
          <p:cNvSpPr/>
          <p:nvPr userDrawn="1"/>
        </p:nvSpPr>
        <p:spPr>
          <a:xfrm>
            <a:off x="0" y="-8444"/>
            <a:ext cx="12192000" cy="7133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pic>
        <p:nvPicPr>
          <p:cNvPr id="6" name="Picture 5">
            <a:extLst>
              <a:ext uri="{FF2B5EF4-FFF2-40B4-BE49-F238E27FC236}">
                <a16:creationId xmlns:a16="http://schemas.microsoft.com/office/drawing/2014/main" id="{4FD82848-CD15-3DBB-0148-67FB51371B08}"/>
              </a:ext>
            </a:extLst>
          </p:cNvPr>
          <p:cNvPicPr>
            <a:picLocks/>
          </p:cNvPicPr>
          <p:nvPr userDrawn="1"/>
        </p:nvPicPr>
        <p:blipFill>
          <a:blip r:embed="rId2" cstate="screen">
            <a:extLst>
              <a:ext uri="{28A0092B-C50C-407E-A947-70E740481C1C}">
                <a14:useLocalDpi xmlns:a14="http://schemas.microsoft.com/office/drawing/2010/main"/>
              </a:ext>
            </a:extLst>
          </a:blip>
          <a:srcRect/>
          <a:stretch/>
        </p:blipFill>
        <p:spPr>
          <a:xfrm>
            <a:off x="318618" y="2224"/>
            <a:ext cx="3290400" cy="685072"/>
          </a:xfrm>
          <a:prstGeom prst="rect">
            <a:avLst/>
          </a:prstGeom>
        </p:spPr>
      </p:pic>
      <p:sp>
        <p:nvSpPr>
          <p:cNvPr id="8" name="Rectangle 11">
            <a:extLst>
              <a:ext uri="{FF2B5EF4-FFF2-40B4-BE49-F238E27FC236}">
                <a16:creationId xmlns:a16="http://schemas.microsoft.com/office/drawing/2014/main" id="{181386B9-1456-137E-66EE-45A4447494C5}"/>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9" name="Picture 8">
            <a:extLst>
              <a:ext uri="{FF2B5EF4-FFF2-40B4-BE49-F238E27FC236}">
                <a16:creationId xmlns:a16="http://schemas.microsoft.com/office/drawing/2014/main" id="{09CB3CD2-68E1-7670-8AC8-DCAEFA0447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0" name="Slide Number Placeholder 5">
            <a:extLst>
              <a:ext uri="{FF2B5EF4-FFF2-40B4-BE49-F238E27FC236}">
                <a16:creationId xmlns:a16="http://schemas.microsoft.com/office/drawing/2014/main" id="{7855B251-549F-CC81-82C4-1791D4DC0F9C}"/>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1" name="TextBox 10">
            <a:extLst>
              <a:ext uri="{FF2B5EF4-FFF2-40B4-BE49-F238E27FC236}">
                <a16:creationId xmlns:a16="http://schemas.microsoft.com/office/drawing/2014/main" id="{2C95FE02-F81D-DAA0-4384-0E62C5A8FC54}"/>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chemeClr val="bg1"/>
                </a:solidFill>
              </a:rPr>
              <a:t>https://huit.edu.vn</a:t>
            </a:r>
            <a:endParaRPr lang="en-VN" sz="1000">
              <a:solidFill>
                <a:schemeClr val="bg1"/>
              </a:solidFill>
            </a:endParaRPr>
          </a:p>
        </p:txBody>
      </p:sp>
    </p:spTree>
    <p:extLst>
      <p:ext uri="{BB962C8B-B14F-4D97-AF65-F5344CB8AC3E}">
        <p14:creationId xmlns:p14="http://schemas.microsoft.com/office/powerpoint/2010/main" val="641512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Rectangle 7">
            <a:extLst>
              <a:ext uri="{FF2B5EF4-FFF2-40B4-BE49-F238E27FC236}">
                <a16:creationId xmlns:a16="http://schemas.microsoft.com/office/drawing/2014/main" id="{57654E7B-7E2F-A597-CEAB-D64DA25FBCEB}"/>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987426"/>
            <a:ext cx="3932237" cy="1069974"/>
          </a:xfrm>
        </p:spPr>
        <p:txBody>
          <a:bodyPr anchor="b"/>
          <a:lstStyle>
            <a:lvl1pPr>
              <a:defRPr sz="3200"/>
            </a:lvl1pPr>
          </a:lstStyle>
          <a:p>
            <a:r>
              <a:rPr lang="en-US" dirty="0"/>
              <a:t>Click to edit Master title style</a:t>
            </a:r>
          </a:p>
        </p:txBody>
      </p:sp>
      <p:sp>
        <p:nvSpPr>
          <p:cNvPr id="10" name="Rectangle 11">
            <a:extLst>
              <a:ext uri="{FF2B5EF4-FFF2-40B4-BE49-F238E27FC236}">
                <a16:creationId xmlns:a16="http://schemas.microsoft.com/office/drawing/2014/main" id="{EA9AB12A-F2B6-4320-39F1-67F3778EE5DF}"/>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B773966A-35C2-70BC-CFF9-46C3441D8C5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C8C1A7AF-70A0-C0E9-B2F5-1490BE6C7ADB}"/>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3" name="TextBox 12">
            <a:extLst>
              <a:ext uri="{FF2B5EF4-FFF2-40B4-BE49-F238E27FC236}">
                <a16:creationId xmlns:a16="http://schemas.microsoft.com/office/drawing/2014/main" id="{CC216FF7-3AE9-85FA-D18A-9862C6DB59AE}"/>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5" name="Picture 4" descr="A black background with white text&#10;&#10;Description automatically generated">
            <a:extLst>
              <a:ext uri="{FF2B5EF4-FFF2-40B4-BE49-F238E27FC236}">
                <a16:creationId xmlns:a16="http://schemas.microsoft.com/office/drawing/2014/main" id="{7C0ADFA0-11B6-96C9-35AE-E6733196ACDA}"/>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3071604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Rectangle 7">
            <a:extLst>
              <a:ext uri="{FF2B5EF4-FFF2-40B4-BE49-F238E27FC236}">
                <a16:creationId xmlns:a16="http://schemas.microsoft.com/office/drawing/2014/main" id="{4B2A7AA7-CA5F-D2FA-2E5E-C3E10A53D359}"/>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987426"/>
            <a:ext cx="3932237" cy="1069974"/>
          </a:xfrm>
        </p:spPr>
        <p:txBody>
          <a:bodyPr anchor="b"/>
          <a:lstStyle>
            <a:lvl1pPr>
              <a:defRPr sz="3200"/>
            </a:lvl1pPr>
          </a:lstStyle>
          <a:p>
            <a:r>
              <a:rPr lang="en-US" dirty="0"/>
              <a:t>Click to edit Master title style</a:t>
            </a:r>
          </a:p>
        </p:txBody>
      </p:sp>
      <p:sp>
        <p:nvSpPr>
          <p:cNvPr id="10" name="Rectangle 11">
            <a:extLst>
              <a:ext uri="{FF2B5EF4-FFF2-40B4-BE49-F238E27FC236}">
                <a16:creationId xmlns:a16="http://schemas.microsoft.com/office/drawing/2014/main" id="{1EDE2594-98FA-EBCE-C733-A51E9F54ED18}"/>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AF735AE5-30EC-7992-E657-2104C4F3BF3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ACB5785D-C6E0-0BB4-B792-5DF6906E162F}"/>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3" name="TextBox 12">
            <a:extLst>
              <a:ext uri="{FF2B5EF4-FFF2-40B4-BE49-F238E27FC236}">
                <a16:creationId xmlns:a16="http://schemas.microsoft.com/office/drawing/2014/main" id="{DDC76ABB-19BA-0D81-2004-CA8C1BFA3211}"/>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5" name="Picture 4" descr="A black background with white text&#10;&#10;Description automatically generated">
            <a:extLst>
              <a:ext uri="{FF2B5EF4-FFF2-40B4-BE49-F238E27FC236}">
                <a16:creationId xmlns:a16="http://schemas.microsoft.com/office/drawing/2014/main" id="{93DEC689-0562-F90A-00BD-D3E65D677F10}"/>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2141388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B4B8236F-F572-6350-D20A-0FCE1F380099}"/>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84304"/>
            <a:ext cx="10515600" cy="806385"/>
          </a:xfrm>
        </p:spPr>
        <p:txBody>
          <a:bodyPr/>
          <a:lstStyle/>
          <a:p>
            <a:r>
              <a:rPr lang="en-US" dirty="0"/>
              <a:t>Click to edit Master title style</a:t>
            </a:r>
          </a:p>
        </p:txBody>
      </p:sp>
      <p:sp>
        <p:nvSpPr>
          <p:cNvPr id="9" name="Rectangle 11">
            <a:extLst>
              <a:ext uri="{FF2B5EF4-FFF2-40B4-BE49-F238E27FC236}">
                <a16:creationId xmlns:a16="http://schemas.microsoft.com/office/drawing/2014/main" id="{9C659F1E-1F51-522D-AC8E-BE6E140A9E7D}"/>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0" name="Picture 9">
            <a:extLst>
              <a:ext uri="{FF2B5EF4-FFF2-40B4-BE49-F238E27FC236}">
                <a16:creationId xmlns:a16="http://schemas.microsoft.com/office/drawing/2014/main" id="{9D1B0D34-343B-C838-5720-7351BA57CF3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1" name="Slide Number Placeholder 5">
            <a:extLst>
              <a:ext uri="{FF2B5EF4-FFF2-40B4-BE49-F238E27FC236}">
                <a16:creationId xmlns:a16="http://schemas.microsoft.com/office/drawing/2014/main" id="{2B8E042D-2BAA-2A3F-EC27-380C92DBE4B0}"/>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2" name="TextBox 11">
            <a:extLst>
              <a:ext uri="{FF2B5EF4-FFF2-40B4-BE49-F238E27FC236}">
                <a16:creationId xmlns:a16="http://schemas.microsoft.com/office/drawing/2014/main" id="{00CD5B80-37F9-BE16-90B3-B1958D8A8755}"/>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4" name="Picture 3" descr="A black background with white text&#10;&#10;Description automatically generated">
            <a:extLst>
              <a:ext uri="{FF2B5EF4-FFF2-40B4-BE49-F238E27FC236}">
                <a16:creationId xmlns:a16="http://schemas.microsoft.com/office/drawing/2014/main" id="{E62415AA-63D3-FB51-385B-BC2BCB0599A3}"/>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1908360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02366D-8698-B649-944B-CF1A6B166FF8}" type="datetimeFigureOut">
              <a:t>08/05/2025</a:t>
            </a:fld>
            <a:endParaRPr lang="en-VN"/>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VN"/>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79440A-2DED-3643-ADED-9B5C83E7D828}" type="slidenum">
              <a:t>‹#›</a:t>
            </a:fld>
            <a:endParaRPr lang="en-VN"/>
          </a:p>
        </p:txBody>
      </p:sp>
    </p:spTree>
    <p:extLst>
      <p:ext uri="{BB962C8B-B14F-4D97-AF65-F5344CB8AC3E}">
        <p14:creationId xmlns:p14="http://schemas.microsoft.com/office/powerpoint/2010/main" val="36227279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36.wmf"/><Relationship Id="rId18" Type="http://schemas.openxmlformats.org/officeDocument/2006/relationships/image" Target="../media/image38.wmf"/><Relationship Id="rId3" Type="http://schemas.openxmlformats.org/officeDocument/2006/relationships/image" Target="../media/image12.wmf"/><Relationship Id="rId21" Type="http://schemas.openxmlformats.org/officeDocument/2006/relationships/oleObject" Target="../embeddings/oleObject16.bin"/><Relationship Id="rId7" Type="http://schemas.openxmlformats.org/officeDocument/2006/relationships/oleObject" Target="../embeddings/oleObject5.bin"/><Relationship Id="rId12" Type="http://schemas.openxmlformats.org/officeDocument/2006/relationships/oleObject" Target="../embeddings/oleObject10.bin"/><Relationship Id="rId17" Type="http://schemas.openxmlformats.org/officeDocument/2006/relationships/oleObject" Target="../embeddings/oleObject13.bin"/><Relationship Id="rId2" Type="http://schemas.openxmlformats.org/officeDocument/2006/relationships/oleObject" Target="../embeddings/oleObject2.bin"/><Relationship Id="rId16" Type="http://schemas.openxmlformats.org/officeDocument/2006/relationships/image" Target="../media/image37.wmf"/><Relationship Id="rId20" Type="http://schemas.openxmlformats.org/officeDocument/2006/relationships/oleObject" Target="../embeddings/oleObject15.bin"/><Relationship Id="rId1" Type="http://schemas.openxmlformats.org/officeDocument/2006/relationships/slideLayout" Target="../slideLayouts/slideLayout4.xml"/><Relationship Id="rId6" Type="http://schemas.openxmlformats.org/officeDocument/2006/relationships/oleObject" Target="../embeddings/oleObject4.bin"/><Relationship Id="rId11" Type="http://schemas.openxmlformats.org/officeDocument/2006/relationships/oleObject" Target="../embeddings/oleObject9.bin"/><Relationship Id="rId5" Type="http://schemas.openxmlformats.org/officeDocument/2006/relationships/image" Target="../media/image35.wmf"/><Relationship Id="rId15" Type="http://schemas.openxmlformats.org/officeDocument/2006/relationships/oleObject" Target="../embeddings/oleObject12.bin"/><Relationship Id="rId10" Type="http://schemas.openxmlformats.org/officeDocument/2006/relationships/oleObject" Target="../embeddings/oleObject8.bin"/><Relationship Id="rId19" Type="http://schemas.openxmlformats.org/officeDocument/2006/relationships/oleObject" Target="../embeddings/oleObject14.bin"/><Relationship Id="rId4" Type="http://schemas.openxmlformats.org/officeDocument/2006/relationships/oleObject" Target="../embeddings/oleObject3.bin"/><Relationship Id="rId9" Type="http://schemas.openxmlformats.org/officeDocument/2006/relationships/oleObject" Target="../embeddings/oleObject7.bin"/><Relationship Id="rId14" Type="http://schemas.openxmlformats.org/officeDocument/2006/relationships/oleObject" Target="../embeddings/oleObject11.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36.wmf"/><Relationship Id="rId18" Type="http://schemas.openxmlformats.org/officeDocument/2006/relationships/image" Target="../media/image38.wmf"/><Relationship Id="rId3" Type="http://schemas.openxmlformats.org/officeDocument/2006/relationships/image" Target="../media/image12.wmf"/><Relationship Id="rId21" Type="http://schemas.openxmlformats.org/officeDocument/2006/relationships/oleObject" Target="../embeddings/oleObject31.bin"/><Relationship Id="rId7" Type="http://schemas.openxmlformats.org/officeDocument/2006/relationships/oleObject" Target="../embeddings/oleObject20.bin"/><Relationship Id="rId12" Type="http://schemas.openxmlformats.org/officeDocument/2006/relationships/oleObject" Target="../embeddings/oleObject25.bin"/><Relationship Id="rId17" Type="http://schemas.openxmlformats.org/officeDocument/2006/relationships/oleObject" Target="../embeddings/oleObject28.bin"/><Relationship Id="rId2" Type="http://schemas.openxmlformats.org/officeDocument/2006/relationships/oleObject" Target="../embeddings/oleObject17.bin"/><Relationship Id="rId16" Type="http://schemas.openxmlformats.org/officeDocument/2006/relationships/image" Target="../media/image37.wmf"/><Relationship Id="rId20" Type="http://schemas.openxmlformats.org/officeDocument/2006/relationships/oleObject" Target="../embeddings/oleObject30.bin"/><Relationship Id="rId1" Type="http://schemas.openxmlformats.org/officeDocument/2006/relationships/slideLayout" Target="../slideLayouts/slideLayout4.xml"/><Relationship Id="rId6" Type="http://schemas.openxmlformats.org/officeDocument/2006/relationships/oleObject" Target="../embeddings/oleObject19.bin"/><Relationship Id="rId11" Type="http://schemas.openxmlformats.org/officeDocument/2006/relationships/oleObject" Target="../embeddings/oleObject24.bin"/><Relationship Id="rId5" Type="http://schemas.openxmlformats.org/officeDocument/2006/relationships/image" Target="../media/image35.wmf"/><Relationship Id="rId15" Type="http://schemas.openxmlformats.org/officeDocument/2006/relationships/oleObject" Target="../embeddings/oleObject27.bin"/><Relationship Id="rId10" Type="http://schemas.openxmlformats.org/officeDocument/2006/relationships/oleObject" Target="../embeddings/oleObject23.bin"/><Relationship Id="rId19" Type="http://schemas.openxmlformats.org/officeDocument/2006/relationships/oleObject" Target="../embeddings/oleObject29.bin"/><Relationship Id="rId4" Type="http://schemas.openxmlformats.org/officeDocument/2006/relationships/oleObject" Target="../embeddings/oleObject18.bin"/><Relationship Id="rId9" Type="http://schemas.openxmlformats.org/officeDocument/2006/relationships/oleObject" Target="../embeddings/oleObject22.bin"/><Relationship Id="rId14" Type="http://schemas.openxmlformats.org/officeDocument/2006/relationships/oleObject" Target="../embeddings/oleObject26.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oleObject" Target="../embeddings/oleObject33.bin"/><Relationship Id="rId4" Type="http://schemas.openxmlformats.org/officeDocument/2006/relationships/image" Target="../media/image12.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oleObject" Target="../embeddings/oleObject34.bin"/><Relationship Id="rId7" Type="http://schemas.openxmlformats.org/officeDocument/2006/relationships/oleObject" Target="../embeddings/oleObject37.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oleObject" Target="../embeddings/oleObject36.bin"/><Relationship Id="rId5" Type="http://schemas.openxmlformats.org/officeDocument/2006/relationships/oleObject" Target="../embeddings/oleObject35.bin"/><Relationship Id="rId4" Type="http://schemas.openxmlformats.org/officeDocument/2006/relationships/image" Target="../media/image12.wmf"/></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CF78BC-6A27-21AC-5EBD-81C9E14542EB}"/>
              </a:ext>
            </a:extLst>
          </p:cNvPr>
          <p:cNvSpPr txBox="1"/>
          <p:nvPr/>
        </p:nvSpPr>
        <p:spPr>
          <a:xfrm>
            <a:off x="1956757" y="2104808"/>
            <a:ext cx="8075195" cy="2123658"/>
          </a:xfrm>
          <a:prstGeom prst="rect">
            <a:avLst/>
          </a:prstGeom>
          <a:noFill/>
        </p:spPr>
        <p:txBody>
          <a:bodyPr wrap="square" rtlCol="0">
            <a:spAutoFit/>
          </a:bodyPr>
          <a:lstStyle/>
          <a:p>
            <a:pPr algn="ctr" defTabSz="457200"/>
            <a:r>
              <a:rPr lang="vi-VN" sz="4400" b="1">
                <a:solidFill>
                  <a:srgbClr val="034EA2"/>
                </a:solidFill>
                <a:latin typeface="Myriad Pro" panose="020B0503030403020204" pitchFamily="34" charset="0"/>
              </a:rPr>
              <a:t>CHƯƠNG 1: NHỮNG VẤN ĐỀ CƠ BẢN CỦA LẬP TRÌNH MẠNG</a:t>
            </a:r>
            <a:endParaRPr lang="en-VN" sz="4400" b="1" dirty="0">
              <a:solidFill>
                <a:srgbClr val="034EA2"/>
              </a:solidFill>
              <a:latin typeface="Myriad Pro" panose="020B0503030403020204" pitchFamily="34" charset="0"/>
            </a:endParaRPr>
          </a:p>
        </p:txBody>
      </p:sp>
    </p:spTree>
    <p:extLst>
      <p:ext uri="{BB962C8B-B14F-4D97-AF65-F5344CB8AC3E}">
        <p14:creationId xmlns:p14="http://schemas.microsoft.com/office/powerpoint/2010/main" val="1642442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3835E-8FBD-4BE0-3E3F-C8D650B68250}"/>
              </a:ext>
            </a:extLst>
          </p:cNvPr>
          <p:cNvSpPr>
            <a:spLocks noGrp="1"/>
          </p:cNvSpPr>
          <p:nvPr>
            <p:ph type="title"/>
          </p:nvPr>
        </p:nvSpPr>
        <p:spPr/>
        <p:txBody>
          <a:bodyPr/>
          <a:lstStyle/>
          <a:p>
            <a:r>
              <a:rPr lang="en-US"/>
              <a:t>NỘI DUNG</a:t>
            </a:r>
          </a:p>
        </p:txBody>
      </p:sp>
      <p:sp>
        <p:nvSpPr>
          <p:cNvPr id="3" name="Content Placeholder 2">
            <a:extLst>
              <a:ext uri="{FF2B5EF4-FFF2-40B4-BE49-F238E27FC236}">
                <a16:creationId xmlns:a16="http://schemas.microsoft.com/office/drawing/2014/main" id="{66716272-44EF-B819-55DF-B8A5410F6C1A}"/>
              </a:ext>
            </a:extLst>
          </p:cNvPr>
          <p:cNvSpPr>
            <a:spLocks noGrp="1"/>
          </p:cNvSpPr>
          <p:nvPr>
            <p:ph idx="1"/>
          </p:nvPr>
        </p:nvSpPr>
        <p:spPr/>
        <p:txBody>
          <a:bodyPr/>
          <a:lstStyle/>
          <a:p>
            <a:r>
              <a:rPr lang="en-US"/>
              <a:t>Các khái niệm căn bản </a:t>
            </a:r>
          </a:p>
          <a:p>
            <a:r>
              <a:rPr lang="en-US"/>
              <a:t>Mô hình truyền thông </a:t>
            </a:r>
          </a:p>
          <a:p>
            <a:r>
              <a:rPr lang="en-US"/>
              <a:t>Ngôn ngữ lập trình mạng C# </a:t>
            </a:r>
          </a:p>
          <a:p>
            <a:r>
              <a:rPr lang="en-US"/>
              <a:t>Mô hình hoạt động của ứng dụng mạng</a:t>
            </a:r>
          </a:p>
          <a:p>
            <a:endParaRPr lang="en-US"/>
          </a:p>
        </p:txBody>
      </p:sp>
    </p:spTree>
    <p:extLst>
      <p:ext uri="{BB962C8B-B14F-4D97-AF65-F5344CB8AC3E}">
        <p14:creationId xmlns:p14="http://schemas.microsoft.com/office/powerpoint/2010/main" val="1895887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C4CD6-D8FB-1A10-25DB-6B7E349A5356}"/>
              </a:ext>
            </a:extLst>
          </p:cNvPr>
          <p:cNvSpPr>
            <a:spLocks noGrp="1"/>
          </p:cNvSpPr>
          <p:nvPr>
            <p:ph type="title"/>
          </p:nvPr>
        </p:nvSpPr>
        <p:spPr/>
        <p:txBody>
          <a:bodyPr/>
          <a:lstStyle/>
          <a:p>
            <a:r>
              <a:rPr lang="en-US"/>
              <a:t>MỤC TIÊU</a:t>
            </a:r>
          </a:p>
        </p:txBody>
      </p:sp>
      <p:sp>
        <p:nvSpPr>
          <p:cNvPr id="3" name="Content Placeholder 2">
            <a:extLst>
              <a:ext uri="{FF2B5EF4-FFF2-40B4-BE49-F238E27FC236}">
                <a16:creationId xmlns:a16="http://schemas.microsoft.com/office/drawing/2014/main" id="{1D8B3306-770E-57DC-8962-64A4DDD4ADC6}"/>
              </a:ext>
            </a:extLst>
          </p:cNvPr>
          <p:cNvSpPr>
            <a:spLocks noGrp="1"/>
          </p:cNvSpPr>
          <p:nvPr>
            <p:ph idx="1"/>
          </p:nvPr>
        </p:nvSpPr>
        <p:spPr/>
        <p:txBody>
          <a:bodyPr/>
          <a:lstStyle/>
          <a:p>
            <a:r>
              <a:rPr lang="vi-VN"/>
              <a:t>Cung cấp cái nhìn tổng quan về lập trình mạng và vai trò của nó trong kỷ nguyên số.</a:t>
            </a:r>
            <a:endParaRPr lang="en-US"/>
          </a:p>
          <a:p>
            <a:r>
              <a:rPr lang="vi-VN"/>
              <a:t>Giúp sinh viên hiểu được tầm quan trọng của bảo mật thông tin trong lập trình mạng.</a:t>
            </a:r>
            <a:endParaRPr lang="en-US"/>
          </a:p>
          <a:p>
            <a:r>
              <a:rPr lang="vi-VN"/>
              <a:t>Xây dựng nền tảng vững chắc cho các môn học chuyên sâu về mạng máy tính và an toàn thông tin.</a:t>
            </a:r>
            <a:endParaRPr lang="en-US"/>
          </a:p>
        </p:txBody>
      </p:sp>
    </p:spTree>
    <p:extLst>
      <p:ext uri="{BB962C8B-B14F-4D97-AF65-F5344CB8AC3E}">
        <p14:creationId xmlns:p14="http://schemas.microsoft.com/office/powerpoint/2010/main" val="2569396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B13AA-5840-91DF-26F8-98CF5F91C5C4}"/>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4404F45E-0E38-C415-03D8-65DA5D14CB7D}"/>
              </a:ext>
            </a:extLst>
          </p:cNvPr>
          <p:cNvSpPr>
            <a:spLocks noGrp="1"/>
          </p:cNvSpPr>
          <p:nvPr>
            <p:ph idx="1"/>
          </p:nvPr>
        </p:nvSpPr>
        <p:spPr/>
        <p:txBody>
          <a:bodyPr/>
          <a:lstStyle/>
          <a:p>
            <a:pPr>
              <a:lnSpc>
                <a:spcPct val="150000"/>
              </a:lnSpc>
            </a:pPr>
            <a:r>
              <a:rPr lang="vi-VN"/>
              <a:t>Mạng máy tính (Computer Network): Là một tập hợp các thiết bị điện toán (máy tính, máy chủ, thiết bị di động, thiết bị IoT,...) được kết nối với nhau để chia sẻ tài nguyên và trao đổi thông tin.</a:t>
            </a:r>
            <a:endParaRPr lang="en-US"/>
          </a:p>
          <a:p>
            <a:endParaRPr lang="en-US"/>
          </a:p>
        </p:txBody>
      </p:sp>
      <p:pic>
        <p:nvPicPr>
          <p:cNvPr id="4" name="Picture 3">
            <a:extLst>
              <a:ext uri="{FF2B5EF4-FFF2-40B4-BE49-F238E27FC236}">
                <a16:creationId xmlns:a16="http://schemas.microsoft.com/office/drawing/2014/main" id="{64326DB6-0DFE-7613-8209-F6717DCA4E0D}"/>
              </a:ext>
            </a:extLst>
          </p:cNvPr>
          <p:cNvPicPr>
            <a:picLocks noChangeAspect="1"/>
          </p:cNvPicPr>
          <p:nvPr/>
        </p:nvPicPr>
        <p:blipFill>
          <a:blip r:embed="rId2"/>
          <a:stretch>
            <a:fillRect/>
          </a:stretch>
        </p:blipFill>
        <p:spPr>
          <a:xfrm>
            <a:off x="1838420" y="3909060"/>
            <a:ext cx="4168325" cy="2681535"/>
          </a:xfrm>
          <a:prstGeom prst="rect">
            <a:avLst/>
          </a:prstGeom>
        </p:spPr>
      </p:pic>
      <p:pic>
        <p:nvPicPr>
          <p:cNvPr id="5" name="Picture 2">
            <a:extLst>
              <a:ext uri="{FF2B5EF4-FFF2-40B4-BE49-F238E27FC236}">
                <a16:creationId xmlns:a16="http://schemas.microsoft.com/office/drawing/2014/main" id="{7E1588FA-EBCF-F446-6316-2AFCCAA31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6896" y="3909060"/>
            <a:ext cx="3971993" cy="2676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7653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328E0-61D4-C2AA-09AA-488FE26B2F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EEB104-CA3D-1702-1C35-6C0EA8E3A989}"/>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EB0C1B7F-AB8C-807C-90B2-19D72E591AB1}"/>
              </a:ext>
            </a:extLst>
          </p:cNvPr>
          <p:cNvSpPr>
            <a:spLocks noGrp="1"/>
          </p:cNvSpPr>
          <p:nvPr>
            <p:ph idx="1"/>
          </p:nvPr>
        </p:nvSpPr>
        <p:spPr/>
        <p:txBody>
          <a:bodyPr/>
          <a:lstStyle/>
          <a:p>
            <a:pPr>
              <a:lnSpc>
                <a:spcPct val="150000"/>
              </a:lnSpc>
            </a:pPr>
            <a:r>
              <a:rPr lang="vi-VN"/>
              <a:t>Mục đích chính:</a:t>
            </a:r>
            <a:endParaRPr lang="en-US"/>
          </a:p>
          <a:p>
            <a:pPr lvl="1">
              <a:lnSpc>
                <a:spcPct val="150000"/>
              </a:lnSpc>
            </a:pPr>
            <a:r>
              <a:rPr lang="vi-VN"/>
              <a:t>Chia sẻ tài nguyên (tệp tin, máy in, ứng dụng).</a:t>
            </a:r>
            <a:endParaRPr lang="en-US"/>
          </a:p>
          <a:p>
            <a:pPr lvl="1">
              <a:lnSpc>
                <a:spcPct val="150000"/>
              </a:lnSpc>
            </a:pPr>
            <a:r>
              <a:rPr lang="vi-VN"/>
              <a:t>Truyền thông tin (email, chat, video call).</a:t>
            </a:r>
            <a:endParaRPr lang="en-US"/>
          </a:p>
          <a:p>
            <a:pPr lvl="1">
              <a:lnSpc>
                <a:spcPct val="150000"/>
              </a:lnSpc>
            </a:pPr>
            <a:r>
              <a:rPr lang="vi-VN"/>
              <a:t>Truy cập dữ liệu từ xa.</a:t>
            </a:r>
            <a:endParaRPr lang="en-US"/>
          </a:p>
          <a:p>
            <a:endParaRPr lang="en-US"/>
          </a:p>
        </p:txBody>
      </p:sp>
      <p:pic>
        <p:nvPicPr>
          <p:cNvPr id="7" name="Picture 6">
            <a:extLst>
              <a:ext uri="{FF2B5EF4-FFF2-40B4-BE49-F238E27FC236}">
                <a16:creationId xmlns:a16="http://schemas.microsoft.com/office/drawing/2014/main" id="{2EAF04C0-389D-E05D-58EE-C7CE30820272}"/>
              </a:ext>
            </a:extLst>
          </p:cNvPr>
          <p:cNvPicPr>
            <a:picLocks noChangeAspect="1"/>
          </p:cNvPicPr>
          <p:nvPr/>
        </p:nvPicPr>
        <p:blipFill>
          <a:blip r:embed="rId2"/>
          <a:stretch>
            <a:fillRect/>
          </a:stretch>
        </p:blipFill>
        <p:spPr>
          <a:xfrm>
            <a:off x="4548657" y="4183380"/>
            <a:ext cx="7461957" cy="2263140"/>
          </a:xfrm>
          <a:prstGeom prst="rect">
            <a:avLst/>
          </a:prstGeom>
        </p:spPr>
      </p:pic>
    </p:spTree>
    <p:extLst>
      <p:ext uri="{BB962C8B-B14F-4D97-AF65-F5344CB8AC3E}">
        <p14:creationId xmlns:p14="http://schemas.microsoft.com/office/powerpoint/2010/main" val="2942592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75ECD-E20D-8EF5-558B-DC9867E5B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C5748-4E98-BB68-7309-6ADB0E3D3F2D}"/>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D65BA946-0D21-1D91-313D-4B2D6FC26F0C}"/>
              </a:ext>
            </a:extLst>
          </p:cNvPr>
          <p:cNvSpPr>
            <a:spLocks noGrp="1"/>
          </p:cNvSpPr>
          <p:nvPr>
            <p:ph idx="1"/>
          </p:nvPr>
        </p:nvSpPr>
        <p:spPr/>
        <p:txBody>
          <a:bodyPr>
            <a:normAutofit fontScale="92500" lnSpcReduction="20000"/>
          </a:bodyPr>
          <a:lstStyle/>
          <a:p>
            <a:pPr>
              <a:lnSpc>
                <a:spcPct val="150000"/>
              </a:lnSpc>
            </a:pPr>
            <a:r>
              <a:rPr lang="vi-VN" sz="3000"/>
              <a:t>Các thành phần cơ bản của mạng</a:t>
            </a:r>
            <a:r>
              <a:rPr lang="en-US" sz="3000"/>
              <a:t>:</a:t>
            </a:r>
          </a:p>
          <a:p>
            <a:pPr lvl="1">
              <a:lnSpc>
                <a:spcPct val="150000"/>
              </a:lnSpc>
            </a:pPr>
            <a:r>
              <a:rPr lang="vi-VN" sz="2600"/>
              <a:t>Thiết bị đầu cuối (End Devices): Máy tính cá nhân, máy chủ, điện thoại thông minh, máy in.</a:t>
            </a:r>
            <a:endParaRPr lang="en-US" sz="2600"/>
          </a:p>
          <a:p>
            <a:pPr lvl="1">
              <a:lnSpc>
                <a:spcPct val="150000"/>
              </a:lnSpc>
            </a:pPr>
            <a:r>
              <a:rPr lang="vi-VN" sz="2600"/>
              <a:t>Thiết bị mạng trung gian (Intermediary Devices): Hub, Switch, Router, Firewall, Access Point.</a:t>
            </a:r>
            <a:endParaRPr lang="en-US" sz="2600"/>
          </a:p>
          <a:p>
            <a:pPr lvl="1">
              <a:lnSpc>
                <a:spcPct val="150000"/>
              </a:lnSpc>
            </a:pPr>
            <a:r>
              <a:rPr lang="vi-VN" sz="2600"/>
              <a:t>Phương tiện truyền dẫn (Network Media): Cáp đồng (Ethernet), cáp quang, sóng vô tuyến (Wi-Fi).</a:t>
            </a:r>
            <a:endParaRPr lang="en-US" sz="2600"/>
          </a:p>
          <a:p>
            <a:pPr lvl="1">
              <a:lnSpc>
                <a:spcPct val="150000"/>
              </a:lnSpc>
            </a:pPr>
            <a:r>
              <a:rPr lang="vi-VN" sz="2600"/>
              <a:t>Giao thức mạng (Network Protocols): Tập hợp các quy tắc giao tiếp.</a:t>
            </a:r>
            <a:endParaRPr lang="en-US" sz="2600"/>
          </a:p>
          <a:p>
            <a:endParaRPr lang="en-US"/>
          </a:p>
        </p:txBody>
      </p:sp>
    </p:spTree>
    <p:extLst>
      <p:ext uri="{BB962C8B-B14F-4D97-AF65-F5344CB8AC3E}">
        <p14:creationId xmlns:p14="http://schemas.microsoft.com/office/powerpoint/2010/main" val="205948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9829B-5EB6-CFA2-F718-872553F28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05AE9-83AC-27D0-515C-59A42E3813F4}"/>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18566595-49C4-A577-AAE7-E27FD2729F63}"/>
              </a:ext>
            </a:extLst>
          </p:cNvPr>
          <p:cNvSpPr>
            <a:spLocks noGrp="1"/>
          </p:cNvSpPr>
          <p:nvPr>
            <p:ph idx="1"/>
          </p:nvPr>
        </p:nvSpPr>
        <p:spPr/>
        <p:txBody>
          <a:bodyPr>
            <a:normAutofit/>
          </a:bodyPr>
          <a:lstStyle/>
          <a:p>
            <a:pPr>
              <a:lnSpc>
                <a:spcPct val="150000"/>
              </a:lnSpc>
            </a:pPr>
            <a:r>
              <a:rPr lang="vi-VN"/>
              <a:t>Thiết bị đầu cuối (End Devices)</a:t>
            </a:r>
            <a:endParaRPr lang="en-US" sz="3000"/>
          </a:p>
          <a:p>
            <a:endParaRPr lang="en-US"/>
          </a:p>
        </p:txBody>
      </p:sp>
      <p:pic>
        <p:nvPicPr>
          <p:cNvPr id="5" name="Picture 4" descr="A diagram of a network&#10;&#10;AI-generated content may be incorrect.">
            <a:extLst>
              <a:ext uri="{FF2B5EF4-FFF2-40B4-BE49-F238E27FC236}">
                <a16:creationId xmlns:a16="http://schemas.microsoft.com/office/drawing/2014/main" id="{A690B60E-A5E7-85CF-4539-1097165490A4}"/>
              </a:ext>
            </a:extLst>
          </p:cNvPr>
          <p:cNvPicPr>
            <a:picLocks noChangeAspect="1"/>
          </p:cNvPicPr>
          <p:nvPr/>
        </p:nvPicPr>
        <p:blipFill>
          <a:blip r:embed="rId2"/>
          <a:stretch>
            <a:fillRect/>
          </a:stretch>
        </p:blipFill>
        <p:spPr>
          <a:xfrm>
            <a:off x="2853690" y="2605497"/>
            <a:ext cx="6484620" cy="4079035"/>
          </a:xfrm>
          <a:prstGeom prst="rect">
            <a:avLst/>
          </a:prstGeom>
        </p:spPr>
      </p:pic>
    </p:spTree>
    <p:extLst>
      <p:ext uri="{BB962C8B-B14F-4D97-AF65-F5344CB8AC3E}">
        <p14:creationId xmlns:p14="http://schemas.microsoft.com/office/powerpoint/2010/main" val="654020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2F6E2-CC94-E650-EBEA-8BC45CAE7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6380BE-908C-B9B6-15B9-517C2A71C313}"/>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81AB7736-6A40-32E8-2885-94F7F117B913}"/>
              </a:ext>
            </a:extLst>
          </p:cNvPr>
          <p:cNvSpPr>
            <a:spLocks noGrp="1"/>
          </p:cNvSpPr>
          <p:nvPr>
            <p:ph idx="1"/>
          </p:nvPr>
        </p:nvSpPr>
        <p:spPr/>
        <p:txBody>
          <a:bodyPr>
            <a:normAutofit/>
          </a:bodyPr>
          <a:lstStyle/>
          <a:p>
            <a:pPr>
              <a:lnSpc>
                <a:spcPct val="150000"/>
              </a:lnSpc>
            </a:pPr>
            <a:r>
              <a:rPr lang="vi-VN"/>
              <a:t>Thiết bị mạng trung gian (Intermediary Devices)</a:t>
            </a:r>
            <a:endParaRPr lang="en-US"/>
          </a:p>
          <a:p>
            <a:endParaRPr lang="en-US"/>
          </a:p>
        </p:txBody>
      </p:sp>
      <p:pic>
        <p:nvPicPr>
          <p:cNvPr id="1026" name="Picture 2">
            <a:extLst>
              <a:ext uri="{FF2B5EF4-FFF2-40B4-BE49-F238E27FC236}">
                <a16:creationId xmlns:a16="http://schemas.microsoft.com/office/drawing/2014/main" id="{1D7A35F8-E68C-C56F-B5DA-B45BF1AF6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9820" y="2938463"/>
            <a:ext cx="8992360" cy="2505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5906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9B899-88CB-4D7C-9546-8914079EE8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913E11-B78E-F1E6-3C39-D0AE1D612923}"/>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61276D4E-F030-3D31-8C24-17176B29C354}"/>
              </a:ext>
            </a:extLst>
          </p:cNvPr>
          <p:cNvSpPr>
            <a:spLocks noGrp="1"/>
          </p:cNvSpPr>
          <p:nvPr>
            <p:ph idx="1"/>
          </p:nvPr>
        </p:nvSpPr>
        <p:spPr/>
        <p:txBody>
          <a:bodyPr>
            <a:normAutofit/>
          </a:bodyPr>
          <a:lstStyle/>
          <a:p>
            <a:pPr>
              <a:lnSpc>
                <a:spcPct val="150000"/>
              </a:lnSpc>
            </a:pPr>
            <a:r>
              <a:rPr lang="vi-VN"/>
              <a:t>Phương tiện truyền dẫn (Network Media)</a:t>
            </a:r>
            <a:endParaRPr lang="en-US"/>
          </a:p>
          <a:p>
            <a:endParaRPr lang="en-US"/>
          </a:p>
        </p:txBody>
      </p:sp>
      <p:pic>
        <p:nvPicPr>
          <p:cNvPr id="2050" name="Picture 2">
            <a:extLst>
              <a:ext uri="{FF2B5EF4-FFF2-40B4-BE49-F238E27FC236}">
                <a16:creationId xmlns:a16="http://schemas.microsoft.com/office/drawing/2014/main" id="{74CAC35D-5724-F497-5D32-1636827FA1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4685" y="2561096"/>
            <a:ext cx="5802630" cy="4115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1648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D520F-A852-B5AC-6D95-4601B82F5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F49F0-F9E5-037B-7866-6BBE8C2AF376}"/>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7FB5750A-565B-2E83-452E-5DC6CFBD4141}"/>
              </a:ext>
            </a:extLst>
          </p:cNvPr>
          <p:cNvSpPr>
            <a:spLocks noGrp="1"/>
          </p:cNvSpPr>
          <p:nvPr>
            <p:ph idx="1"/>
          </p:nvPr>
        </p:nvSpPr>
        <p:spPr/>
        <p:txBody>
          <a:bodyPr>
            <a:normAutofit/>
          </a:bodyPr>
          <a:lstStyle/>
          <a:p>
            <a:pPr>
              <a:lnSpc>
                <a:spcPct val="150000"/>
              </a:lnSpc>
            </a:pPr>
            <a:r>
              <a:rPr lang="vi-VN"/>
              <a:t>Giao thức mạng (Network Protocols)</a:t>
            </a:r>
            <a:endParaRPr lang="en-US"/>
          </a:p>
          <a:p>
            <a:endParaRPr lang="en-US"/>
          </a:p>
        </p:txBody>
      </p:sp>
      <p:sp>
        <p:nvSpPr>
          <p:cNvPr id="5" name="Line 10">
            <a:extLst>
              <a:ext uri="{FF2B5EF4-FFF2-40B4-BE49-F238E27FC236}">
                <a16:creationId xmlns:a16="http://schemas.microsoft.com/office/drawing/2014/main" id="{9D5B7423-2F73-7F8C-79AE-9D635B2B42CC}"/>
              </a:ext>
            </a:extLst>
          </p:cNvPr>
          <p:cNvSpPr>
            <a:spLocks noChangeShapeType="1"/>
          </p:cNvSpPr>
          <p:nvPr/>
        </p:nvSpPr>
        <p:spPr bwMode="auto">
          <a:xfrm>
            <a:off x="2926080" y="3594735"/>
            <a:ext cx="1762125" cy="2762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6" name="Group 16">
            <a:extLst>
              <a:ext uri="{FF2B5EF4-FFF2-40B4-BE49-F238E27FC236}">
                <a16:creationId xmlns:a16="http://schemas.microsoft.com/office/drawing/2014/main" id="{B085CB36-D4A2-8CAD-5237-BDB5926567C8}"/>
              </a:ext>
            </a:extLst>
          </p:cNvPr>
          <p:cNvGrpSpPr>
            <a:grpSpLocks/>
          </p:cNvGrpSpPr>
          <p:nvPr/>
        </p:nvGrpSpPr>
        <p:grpSpPr bwMode="auto">
          <a:xfrm>
            <a:off x="8842693" y="3740785"/>
            <a:ext cx="355600" cy="933450"/>
            <a:chOff x="4180" y="783"/>
            <a:chExt cx="150" cy="307"/>
          </a:xfrm>
        </p:grpSpPr>
        <p:sp>
          <p:nvSpPr>
            <p:cNvPr id="7" name="AutoShape 17">
              <a:extLst>
                <a:ext uri="{FF2B5EF4-FFF2-40B4-BE49-F238E27FC236}">
                  <a16:creationId xmlns:a16="http://schemas.microsoft.com/office/drawing/2014/main" id="{CA6C346B-6772-C6A2-72CB-9C249EF7C2D6}"/>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8" name="Rectangle 18">
              <a:extLst>
                <a:ext uri="{FF2B5EF4-FFF2-40B4-BE49-F238E27FC236}">
                  <a16:creationId xmlns:a16="http://schemas.microsoft.com/office/drawing/2014/main" id="{72578029-4BCD-DC0C-A0EF-66E3A5E0FA16}"/>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9" name="Rectangle 19">
              <a:extLst>
                <a:ext uri="{FF2B5EF4-FFF2-40B4-BE49-F238E27FC236}">
                  <a16:creationId xmlns:a16="http://schemas.microsoft.com/office/drawing/2014/main" id="{9DE568EB-8786-F391-8063-AEF7BCB359AD}"/>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0" name="AutoShape 20">
              <a:extLst>
                <a:ext uri="{FF2B5EF4-FFF2-40B4-BE49-F238E27FC236}">
                  <a16:creationId xmlns:a16="http://schemas.microsoft.com/office/drawing/2014/main" id="{E0E80B51-2912-E3BA-B335-973D933182F0}"/>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1" name="Line 21">
              <a:extLst>
                <a:ext uri="{FF2B5EF4-FFF2-40B4-BE49-F238E27FC236}">
                  <a16:creationId xmlns:a16="http://schemas.microsoft.com/office/drawing/2014/main" id="{2D88E899-2ACB-406E-576F-8B62C5CD4F9C}"/>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22">
              <a:extLst>
                <a:ext uri="{FF2B5EF4-FFF2-40B4-BE49-F238E27FC236}">
                  <a16:creationId xmlns:a16="http://schemas.microsoft.com/office/drawing/2014/main" id="{1C344602-78D7-3307-62BA-C4D619B4F5A7}"/>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Rectangle 23">
              <a:extLst>
                <a:ext uri="{FF2B5EF4-FFF2-40B4-BE49-F238E27FC236}">
                  <a16:creationId xmlns:a16="http://schemas.microsoft.com/office/drawing/2014/main" id="{87A23B60-1DCC-00A1-FD6E-E44B234B3C0B}"/>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4" name="Rectangle 24">
              <a:extLst>
                <a:ext uri="{FF2B5EF4-FFF2-40B4-BE49-F238E27FC236}">
                  <a16:creationId xmlns:a16="http://schemas.microsoft.com/office/drawing/2014/main" id="{5AE118A7-30FE-AF00-45FC-76F14B5522CD}"/>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aphicFrame>
        <p:nvGraphicFramePr>
          <p:cNvPr id="15" name="Object 26">
            <a:extLst>
              <a:ext uri="{FF2B5EF4-FFF2-40B4-BE49-F238E27FC236}">
                <a16:creationId xmlns:a16="http://schemas.microsoft.com/office/drawing/2014/main" id="{5FF3D2CD-FB58-A441-36AF-DEC99E2D555B}"/>
              </a:ext>
            </a:extLst>
          </p:cNvPr>
          <p:cNvGraphicFramePr>
            <a:graphicFrameLocks noChangeAspect="1"/>
          </p:cNvGraphicFramePr>
          <p:nvPr>
            <p:extLst>
              <p:ext uri="{D42A27DB-BD31-4B8C-83A1-F6EECF244321}">
                <p14:modId xmlns:p14="http://schemas.microsoft.com/office/powerpoint/2010/main" val="53729853"/>
              </p:ext>
            </p:extLst>
          </p:nvPr>
        </p:nvGraphicFramePr>
        <p:xfrm>
          <a:off x="6212205" y="3455035"/>
          <a:ext cx="622300" cy="500063"/>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27656" name="Object 26">
                        <a:extLst>
                          <a:ext uri="{FF2B5EF4-FFF2-40B4-BE49-F238E27FC236}">
                            <a16:creationId xmlns:a16="http://schemas.microsoft.com/office/drawing/2014/main" id="{C245186C-DC59-2799-650B-621582AA5E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2205" y="3455035"/>
                        <a:ext cx="62230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6" name="Picture 62" descr="Alice">
            <a:extLst>
              <a:ext uri="{FF2B5EF4-FFF2-40B4-BE49-F238E27FC236}">
                <a16:creationId xmlns:a16="http://schemas.microsoft.com/office/drawing/2014/main" id="{E9645705-7C23-BBC5-923B-F23386CAEF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8393" y="3199448"/>
            <a:ext cx="561975"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63" descr="Bob">
            <a:extLst>
              <a:ext uri="{FF2B5EF4-FFF2-40B4-BE49-F238E27FC236}">
                <a16:creationId xmlns:a16="http://schemas.microsoft.com/office/drawing/2014/main" id="{6F6FEE4F-1741-944C-F5A8-B183BED212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7743" y="3594735"/>
            <a:ext cx="676275"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64">
            <a:extLst>
              <a:ext uri="{FF2B5EF4-FFF2-40B4-BE49-F238E27FC236}">
                <a16:creationId xmlns:a16="http://schemas.microsoft.com/office/drawing/2014/main" id="{A27F27BE-BF44-BC8C-3861-C0883802C73C}"/>
              </a:ext>
            </a:extLst>
          </p:cNvPr>
          <p:cNvSpPr txBox="1">
            <a:spLocks noChangeArrowheads="1"/>
          </p:cNvSpPr>
          <p:nvPr/>
        </p:nvSpPr>
        <p:spPr bwMode="auto">
          <a:xfrm>
            <a:off x="3367405" y="3307398"/>
            <a:ext cx="50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Hi</a:t>
            </a:r>
            <a:endParaRPr lang="en-US" altLang="en-US" sz="2400">
              <a:latin typeface="Times New Roman" panose="02020603050405020304" pitchFamily="18" charset="0"/>
            </a:endParaRPr>
          </a:p>
        </p:txBody>
      </p:sp>
      <p:sp>
        <p:nvSpPr>
          <p:cNvPr id="19" name="Line 66">
            <a:extLst>
              <a:ext uri="{FF2B5EF4-FFF2-40B4-BE49-F238E27FC236}">
                <a16:creationId xmlns:a16="http://schemas.microsoft.com/office/drawing/2014/main" id="{F84BDD20-6190-1716-84E7-3EAD18A921A8}"/>
              </a:ext>
            </a:extLst>
          </p:cNvPr>
          <p:cNvSpPr>
            <a:spLocks noChangeShapeType="1"/>
          </p:cNvSpPr>
          <p:nvPr/>
        </p:nvSpPr>
        <p:spPr bwMode="auto">
          <a:xfrm flipV="1">
            <a:off x="2640330" y="4175760"/>
            <a:ext cx="2085975" cy="361950"/>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Text Box 67">
            <a:extLst>
              <a:ext uri="{FF2B5EF4-FFF2-40B4-BE49-F238E27FC236}">
                <a16:creationId xmlns:a16="http://schemas.microsoft.com/office/drawing/2014/main" id="{B5FC784C-E9AA-2D6F-2E70-562BE0ABF2A3}"/>
              </a:ext>
            </a:extLst>
          </p:cNvPr>
          <p:cNvSpPr txBox="1">
            <a:spLocks noChangeArrowheads="1"/>
          </p:cNvSpPr>
          <p:nvPr/>
        </p:nvSpPr>
        <p:spPr bwMode="auto">
          <a:xfrm>
            <a:off x="3357880" y="3964623"/>
            <a:ext cx="503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Hi</a:t>
            </a:r>
            <a:endParaRPr lang="en-US" altLang="en-US" sz="2400">
              <a:latin typeface="Times New Roman" panose="02020603050405020304" pitchFamily="18" charset="0"/>
            </a:endParaRPr>
          </a:p>
        </p:txBody>
      </p:sp>
      <p:sp>
        <p:nvSpPr>
          <p:cNvPr id="21" name="Line 70">
            <a:extLst>
              <a:ext uri="{FF2B5EF4-FFF2-40B4-BE49-F238E27FC236}">
                <a16:creationId xmlns:a16="http://schemas.microsoft.com/office/drawing/2014/main" id="{50B8108D-C7FB-4D21-A4A9-C194A708780A}"/>
              </a:ext>
            </a:extLst>
          </p:cNvPr>
          <p:cNvSpPr>
            <a:spLocks noChangeShapeType="1"/>
          </p:cNvSpPr>
          <p:nvPr/>
        </p:nvSpPr>
        <p:spPr bwMode="auto">
          <a:xfrm>
            <a:off x="2602230" y="4585335"/>
            <a:ext cx="2162175" cy="4381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22" name="Group 72">
            <a:extLst>
              <a:ext uri="{FF2B5EF4-FFF2-40B4-BE49-F238E27FC236}">
                <a16:creationId xmlns:a16="http://schemas.microsoft.com/office/drawing/2014/main" id="{0AB9B289-277F-C516-F7FC-DDCC555D3B50}"/>
              </a:ext>
            </a:extLst>
          </p:cNvPr>
          <p:cNvGrpSpPr>
            <a:grpSpLocks/>
          </p:cNvGrpSpPr>
          <p:nvPr/>
        </p:nvGrpSpPr>
        <p:grpSpPr bwMode="auto">
          <a:xfrm>
            <a:off x="2991168" y="4517073"/>
            <a:ext cx="1090612" cy="701675"/>
            <a:chOff x="737" y="2747"/>
            <a:chExt cx="687" cy="442"/>
          </a:xfrm>
        </p:grpSpPr>
        <p:sp>
          <p:nvSpPr>
            <p:cNvPr id="23" name="Rectangle 71">
              <a:extLst>
                <a:ext uri="{FF2B5EF4-FFF2-40B4-BE49-F238E27FC236}">
                  <a16:creationId xmlns:a16="http://schemas.microsoft.com/office/drawing/2014/main" id="{2EEC747A-B0A0-E0B9-C393-FBC04C572D7F}"/>
                </a:ext>
              </a:extLst>
            </p:cNvPr>
            <p:cNvSpPr>
              <a:spLocks noChangeArrowheads="1"/>
            </p:cNvSpPr>
            <p:nvPr/>
          </p:nvSpPr>
          <p:spPr bwMode="auto">
            <a:xfrm>
              <a:off x="786" y="2790"/>
              <a:ext cx="588"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4" name="Text Box 69">
              <a:extLst>
                <a:ext uri="{FF2B5EF4-FFF2-40B4-BE49-F238E27FC236}">
                  <a16:creationId xmlns:a16="http://schemas.microsoft.com/office/drawing/2014/main" id="{5EB902AB-B323-5D7B-B23D-9FE1064D364A}"/>
                </a:ext>
              </a:extLst>
            </p:cNvPr>
            <p:cNvSpPr txBox="1">
              <a:spLocks noChangeArrowheads="1"/>
            </p:cNvSpPr>
            <p:nvPr/>
          </p:nvSpPr>
          <p:spPr bwMode="auto">
            <a:xfrm>
              <a:off x="737" y="2747"/>
              <a:ext cx="687" cy="44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solidFill>
                    <a:srgbClr val="FF0000"/>
                  </a:solidFill>
                </a:rPr>
                <a:t>Got the</a:t>
              </a:r>
            </a:p>
            <a:p>
              <a:pPr algn="ctr">
                <a:spcBef>
                  <a:spcPct val="0"/>
                </a:spcBef>
                <a:buClrTx/>
                <a:buSzTx/>
                <a:buFontTx/>
                <a:buNone/>
              </a:pPr>
              <a:r>
                <a:rPr lang="en-US" altLang="en-US" sz="2000">
                  <a:solidFill>
                    <a:srgbClr val="FF0000"/>
                  </a:solidFill>
                </a:rPr>
                <a:t>time?</a:t>
              </a:r>
              <a:endParaRPr lang="en-US" altLang="en-US" sz="2000">
                <a:latin typeface="Times New Roman" panose="02020603050405020304" pitchFamily="18" charset="0"/>
              </a:endParaRPr>
            </a:p>
          </p:txBody>
        </p:sp>
      </p:grpSp>
      <p:sp>
        <p:nvSpPr>
          <p:cNvPr id="25" name="Line 73">
            <a:extLst>
              <a:ext uri="{FF2B5EF4-FFF2-40B4-BE49-F238E27FC236}">
                <a16:creationId xmlns:a16="http://schemas.microsoft.com/office/drawing/2014/main" id="{AB480522-BCDC-1C11-2E2E-92770AB155B3}"/>
              </a:ext>
            </a:extLst>
          </p:cNvPr>
          <p:cNvSpPr>
            <a:spLocks noChangeShapeType="1"/>
          </p:cNvSpPr>
          <p:nvPr/>
        </p:nvSpPr>
        <p:spPr bwMode="auto">
          <a:xfrm flipV="1">
            <a:off x="2764155" y="5156835"/>
            <a:ext cx="1952625" cy="333375"/>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6" name="Group 76">
            <a:extLst>
              <a:ext uri="{FF2B5EF4-FFF2-40B4-BE49-F238E27FC236}">
                <a16:creationId xmlns:a16="http://schemas.microsoft.com/office/drawing/2014/main" id="{B4E9E162-4CE0-326F-2260-88FA9F023095}"/>
              </a:ext>
            </a:extLst>
          </p:cNvPr>
          <p:cNvGrpSpPr>
            <a:grpSpLocks/>
          </p:cNvGrpSpPr>
          <p:nvPr/>
        </p:nvGrpSpPr>
        <p:grpSpPr bwMode="auto">
          <a:xfrm>
            <a:off x="3100705" y="5183823"/>
            <a:ext cx="831850" cy="457200"/>
            <a:chOff x="1046" y="2771"/>
            <a:chExt cx="524" cy="288"/>
          </a:xfrm>
        </p:grpSpPr>
        <p:sp>
          <p:nvSpPr>
            <p:cNvPr id="27" name="Rectangle 75">
              <a:extLst>
                <a:ext uri="{FF2B5EF4-FFF2-40B4-BE49-F238E27FC236}">
                  <a16:creationId xmlns:a16="http://schemas.microsoft.com/office/drawing/2014/main" id="{C5960820-D1BF-7F31-E821-4CCC08233887}"/>
                </a:ext>
              </a:extLst>
            </p:cNvPr>
            <p:cNvSpPr>
              <a:spLocks noChangeArrowheads="1"/>
            </p:cNvSpPr>
            <p:nvPr/>
          </p:nvSpPr>
          <p:spPr bwMode="auto">
            <a:xfrm>
              <a:off x="1104" y="2820"/>
              <a:ext cx="444" cy="1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8" name="Text Box 74">
              <a:extLst>
                <a:ext uri="{FF2B5EF4-FFF2-40B4-BE49-F238E27FC236}">
                  <a16:creationId xmlns:a16="http://schemas.microsoft.com/office/drawing/2014/main" id="{58F9D96A-49B2-FB1F-B2C5-FFC939A86C4D}"/>
                </a:ext>
              </a:extLst>
            </p:cNvPr>
            <p:cNvSpPr txBox="1">
              <a:spLocks noChangeArrowheads="1"/>
            </p:cNvSpPr>
            <p:nvPr/>
          </p:nvSpPr>
          <p:spPr bwMode="auto">
            <a:xfrm>
              <a:off x="1046" y="2771"/>
              <a:ext cx="5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2:00</a:t>
              </a:r>
              <a:endParaRPr lang="en-US" altLang="en-US" sz="2400">
                <a:latin typeface="Times New Roman" panose="02020603050405020304" pitchFamily="18" charset="0"/>
              </a:endParaRPr>
            </a:p>
          </p:txBody>
        </p:sp>
      </p:grpSp>
      <p:sp>
        <p:nvSpPr>
          <p:cNvPr id="29" name="Text Box 78">
            <a:extLst>
              <a:ext uri="{FF2B5EF4-FFF2-40B4-BE49-F238E27FC236}">
                <a16:creationId xmlns:a16="http://schemas.microsoft.com/office/drawing/2014/main" id="{A5F2167E-DE1E-E465-5892-B7035F38C048}"/>
              </a:ext>
            </a:extLst>
          </p:cNvPr>
          <p:cNvSpPr txBox="1">
            <a:spLocks noChangeArrowheads="1"/>
          </p:cNvSpPr>
          <p:nvPr/>
        </p:nvSpPr>
        <p:spPr bwMode="auto">
          <a:xfrm>
            <a:off x="6891655" y="3535998"/>
            <a:ext cx="1974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TCP connection</a:t>
            </a:r>
          </a:p>
          <a:p>
            <a:pPr>
              <a:spcBef>
                <a:spcPct val="0"/>
              </a:spcBef>
              <a:buClrTx/>
              <a:buSzTx/>
              <a:buFontTx/>
              <a:buNone/>
            </a:pPr>
            <a:r>
              <a:rPr lang="en-US" altLang="en-US" sz="2000">
                <a:solidFill>
                  <a:srgbClr val="FF0000"/>
                </a:solidFill>
              </a:rPr>
              <a:t> request</a:t>
            </a:r>
            <a:endParaRPr lang="en-US" altLang="en-US" sz="2400">
              <a:latin typeface="Times New Roman" panose="02020603050405020304" pitchFamily="18" charset="0"/>
            </a:endParaRPr>
          </a:p>
        </p:txBody>
      </p:sp>
      <p:sp>
        <p:nvSpPr>
          <p:cNvPr id="30" name="Line 85">
            <a:extLst>
              <a:ext uri="{FF2B5EF4-FFF2-40B4-BE49-F238E27FC236}">
                <a16:creationId xmlns:a16="http://schemas.microsoft.com/office/drawing/2014/main" id="{D1619817-E38C-7E2F-0A36-D5311D78295C}"/>
              </a:ext>
            </a:extLst>
          </p:cNvPr>
          <p:cNvSpPr>
            <a:spLocks noChangeShapeType="1"/>
          </p:cNvSpPr>
          <p:nvPr/>
        </p:nvSpPr>
        <p:spPr bwMode="auto">
          <a:xfrm flipV="1">
            <a:off x="6612255" y="5471160"/>
            <a:ext cx="2343150" cy="428625"/>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89">
            <a:extLst>
              <a:ext uri="{FF2B5EF4-FFF2-40B4-BE49-F238E27FC236}">
                <a16:creationId xmlns:a16="http://schemas.microsoft.com/office/drawing/2014/main" id="{58152CB6-84CF-A799-41BB-7EBD2A656A7B}"/>
              </a:ext>
            </a:extLst>
          </p:cNvPr>
          <p:cNvSpPr>
            <a:spLocks noChangeShapeType="1"/>
          </p:cNvSpPr>
          <p:nvPr/>
        </p:nvSpPr>
        <p:spPr bwMode="auto">
          <a:xfrm>
            <a:off x="6888480" y="3804285"/>
            <a:ext cx="1762125" cy="2762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90">
            <a:extLst>
              <a:ext uri="{FF2B5EF4-FFF2-40B4-BE49-F238E27FC236}">
                <a16:creationId xmlns:a16="http://schemas.microsoft.com/office/drawing/2014/main" id="{517CD524-AE67-8766-D849-ADEE4A483FF4}"/>
              </a:ext>
            </a:extLst>
          </p:cNvPr>
          <p:cNvSpPr>
            <a:spLocks noChangeShapeType="1"/>
          </p:cNvSpPr>
          <p:nvPr/>
        </p:nvSpPr>
        <p:spPr bwMode="auto">
          <a:xfrm flipV="1">
            <a:off x="6564630" y="4299585"/>
            <a:ext cx="2085975" cy="361950"/>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3" name="Group 93">
            <a:extLst>
              <a:ext uri="{FF2B5EF4-FFF2-40B4-BE49-F238E27FC236}">
                <a16:creationId xmlns:a16="http://schemas.microsoft.com/office/drawing/2014/main" id="{03C31FD6-4C43-0537-1E74-A19BEA429E2D}"/>
              </a:ext>
            </a:extLst>
          </p:cNvPr>
          <p:cNvGrpSpPr>
            <a:grpSpLocks/>
          </p:cNvGrpSpPr>
          <p:nvPr/>
        </p:nvGrpSpPr>
        <p:grpSpPr bwMode="auto">
          <a:xfrm>
            <a:off x="6824980" y="4231323"/>
            <a:ext cx="1974850" cy="701675"/>
            <a:chOff x="3248" y="2147"/>
            <a:chExt cx="1244" cy="442"/>
          </a:xfrm>
        </p:grpSpPr>
        <p:sp>
          <p:nvSpPr>
            <p:cNvPr id="34" name="Rectangle 92">
              <a:extLst>
                <a:ext uri="{FF2B5EF4-FFF2-40B4-BE49-F238E27FC236}">
                  <a16:creationId xmlns:a16="http://schemas.microsoft.com/office/drawing/2014/main" id="{9A16A905-7911-6925-2425-1E0ECD428BF6}"/>
                </a:ext>
              </a:extLst>
            </p:cNvPr>
            <p:cNvSpPr>
              <a:spLocks noChangeArrowheads="1"/>
            </p:cNvSpPr>
            <p:nvPr/>
          </p:nvSpPr>
          <p:spPr bwMode="auto">
            <a:xfrm>
              <a:off x="3306" y="2190"/>
              <a:ext cx="906" cy="18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5" name="Text Box 91">
              <a:extLst>
                <a:ext uri="{FF2B5EF4-FFF2-40B4-BE49-F238E27FC236}">
                  <a16:creationId xmlns:a16="http://schemas.microsoft.com/office/drawing/2014/main" id="{0BF42F00-29FE-AC9F-677B-EB096619D45A}"/>
                </a:ext>
              </a:extLst>
            </p:cNvPr>
            <p:cNvSpPr txBox="1">
              <a:spLocks noChangeArrowheads="1"/>
            </p:cNvSpPr>
            <p:nvPr/>
          </p:nvSpPr>
          <p:spPr bwMode="auto">
            <a:xfrm>
              <a:off x="3248" y="2147"/>
              <a:ext cx="124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TCP connection</a:t>
              </a:r>
            </a:p>
            <a:p>
              <a:pPr>
                <a:spcBef>
                  <a:spcPct val="0"/>
                </a:spcBef>
                <a:buClrTx/>
                <a:buSzTx/>
                <a:buFontTx/>
                <a:buNone/>
              </a:pPr>
              <a:r>
                <a:rPr lang="en-US" altLang="en-US" sz="2000">
                  <a:solidFill>
                    <a:srgbClr val="FF0000"/>
                  </a:solidFill>
                </a:rPr>
                <a:t>response</a:t>
              </a:r>
              <a:endParaRPr lang="en-US" altLang="en-US" sz="2400">
                <a:latin typeface="Times New Roman" panose="02020603050405020304" pitchFamily="18" charset="0"/>
              </a:endParaRPr>
            </a:p>
          </p:txBody>
        </p:sp>
      </p:grpSp>
      <p:sp>
        <p:nvSpPr>
          <p:cNvPr id="36" name="Line 94">
            <a:extLst>
              <a:ext uri="{FF2B5EF4-FFF2-40B4-BE49-F238E27FC236}">
                <a16:creationId xmlns:a16="http://schemas.microsoft.com/office/drawing/2014/main" id="{A75F2B27-D2B9-4360-012E-A08196FD4286}"/>
              </a:ext>
            </a:extLst>
          </p:cNvPr>
          <p:cNvSpPr>
            <a:spLocks noChangeShapeType="1"/>
          </p:cNvSpPr>
          <p:nvPr/>
        </p:nvSpPr>
        <p:spPr bwMode="auto">
          <a:xfrm>
            <a:off x="6612255" y="4909185"/>
            <a:ext cx="2400300" cy="4191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37" name="Group 97">
            <a:extLst>
              <a:ext uri="{FF2B5EF4-FFF2-40B4-BE49-F238E27FC236}">
                <a16:creationId xmlns:a16="http://schemas.microsoft.com/office/drawing/2014/main" id="{E5785099-64BB-9491-78E3-51D33C6B2F3C}"/>
              </a:ext>
            </a:extLst>
          </p:cNvPr>
          <p:cNvGrpSpPr>
            <a:grpSpLocks/>
          </p:cNvGrpSpPr>
          <p:nvPr/>
        </p:nvGrpSpPr>
        <p:grpSpPr bwMode="auto">
          <a:xfrm>
            <a:off x="6824980" y="4974273"/>
            <a:ext cx="3794125" cy="304800"/>
            <a:chOff x="3212" y="2597"/>
            <a:chExt cx="2390" cy="192"/>
          </a:xfrm>
        </p:grpSpPr>
        <p:sp>
          <p:nvSpPr>
            <p:cNvPr id="38" name="Rectangle 96">
              <a:extLst>
                <a:ext uri="{FF2B5EF4-FFF2-40B4-BE49-F238E27FC236}">
                  <a16:creationId xmlns:a16="http://schemas.microsoft.com/office/drawing/2014/main" id="{CEA26F03-CC85-7770-989A-EBD6B01127FB}"/>
                </a:ext>
              </a:extLst>
            </p:cNvPr>
            <p:cNvSpPr>
              <a:spLocks noChangeArrowheads="1"/>
            </p:cNvSpPr>
            <p:nvPr/>
          </p:nvSpPr>
          <p:spPr bwMode="auto">
            <a:xfrm>
              <a:off x="3252" y="2628"/>
              <a:ext cx="2100"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9" name="Text Box 95">
              <a:extLst>
                <a:ext uri="{FF2B5EF4-FFF2-40B4-BE49-F238E27FC236}">
                  <a16:creationId xmlns:a16="http://schemas.microsoft.com/office/drawing/2014/main" id="{1363D1EB-C8A6-C172-3FE6-8AD3FAFD41AD}"/>
                </a:ext>
              </a:extLst>
            </p:cNvPr>
            <p:cNvSpPr txBox="1">
              <a:spLocks noChangeArrowheads="1"/>
            </p:cNvSpPr>
            <p:nvPr/>
          </p:nvSpPr>
          <p:spPr bwMode="auto">
            <a:xfrm>
              <a:off x="3212" y="2597"/>
              <a:ext cx="239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solidFill>
                    <a:srgbClr val="FF0000"/>
                  </a:solidFill>
                </a:rPr>
                <a:t>Get http://www.awl.com/kurose-ross</a:t>
              </a:r>
              <a:endParaRPr lang="en-US" altLang="en-US" sz="2400">
                <a:latin typeface="Times New Roman" panose="02020603050405020304" pitchFamily="18" charset="0"/>
              </a:endParaRPr>
            </a:p>
          </p:txBody>
        </p:sp>
      </p:grpSp>
      <p:grpSp>
        <p:nvGrpSpPr>
          <p:cNvPr id="40" name="Group 98">
            <a:extLst>
              <a:ext uri="{FF2B5EF4-FFF2-40B4-BE49-F238E27FC236}">
                <a16:creationId xmlns:a16="http://schemas.microsoft.com/office/drawing/2014/main" id="{24E933DA-88FC-0A3D-708A-F588414155B3}"/>
              </a:ext>
            </a:extLst>
          </p:cNvPr>
          <p:cNvGrpSpPr>
            <a:grpSpLocks/>
          </p:cNvGrpSpPr>
          <p:nvPr/>
        </p:nvGrpSpPr>
        <p:grpSpPr bwMode="auto">
          <a:xfrm>
            <a:off x="7453630" y="5479098"/>
            <a:ext cx="908050" cy="457200"/>
            <a:chOff x="1046" y="2771"/>
            <a:chExt cx="572" cy="288"/>
          </a:xfrm>
        </p:grpSpPr>
        <p:sp>
          <p:nvSpPr>
            <p:cNvPr id="41" name="Rectangle 99">
              <a:extLst>
                <a:ext uri="{FF2B5EF4-FFF2-40B4-BE49-F238E27FC236}">
                  <a16:creationId xmlns:a16="http://schemas.microsoft.com/office/drawing/2014/main" id="{EB51C6E2-70A7-A046-2D17-C676678A7677}"/>
                </a:ext>
              </a:extLst>
            </p:cNvPr>
            <p:cNvSpPr>
              <a:spLocks noChangeArrowheads="1"/>
            </p:cNvSpPr>
            <p:nvPr/>
          </p:nvSpPr>
          <p:spPr bwMode="auto">
            <a:xfrm>
              <a:off x="1104" y="2820"/>
              <a:ext cx="444" cy="1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2" name="Text Box 100">
              <a:extLst>
                <a:ext uri="{FF2B5EF4-FFF2-40B4-BE49-F238E27FC236}">
                  <a16:creationId xmlns:a16="http://schemas.microsoft.com/office/drawing/2014/main" id="{40CF30DB-7169-E694-8D54-C20AD555275F}"/>
                </a:ext>
              </a:extLst>
            </p:cNvPr>
            <p:cNvSpPr txBox="1">
              <a:spLocks noChangeArrowheads="1"/>
            </p:cNvSpPr>
            <p:nvPr/>
          </p:nvSpPr>
          <p:spPr bwMode="auto">
            <a:xfrm>
              <a:off x="1046" y="2771"/>
              <a:ext cx="5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FF0000"/>
                  </a:solidFill>
                </a:rPr>
                <a:t>&lt;file&gt;</a:t>
              </a:r>
              <a:endParaRPr lang="en-US" altLang="en-US" sz="2400">
                <a:latin typeface="Times New Roman" panose="02020603050405020304" pitchFamily="18" charset="0"/>
              </a:endParaRPr>
            </a:p>
          </p:txBody>
        </p:sp>
      </p:grpSp>
      <p:sp>
        <p:nvSpPr>
          <p:cNvPr id="43" name="Line 101">
            <a:extLst>
              <a:ext uri="{FF2B5EF4-FFF2-40B4-BE49-F238E27FC236}">
                <a16:creationId xmlns:a16="http://schemas.microsoft.com/office/drawing/2014/main" id="{CB959ED5-1CAC-1608-C8DB-FB6CA1C577CA}"/>
              </a:ext>
            </a:extLst>
          </p:cNvPr>
          <p:cNvSpPr>
            <a:spLocks noChangeShapeType="1"/>
          </p:cNvSpPr>
          <p:nvPr/>
        </p:nvSpPr>
        <p:spPr bwMode="auto">
          <a:xfrm>
            <a:off x="5726430" y="2785110"/>
            <a:ext cx="0" cy="3857625"/>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44" name="Group 105">
            <a:extLst>
              <a:ext uri="{FF2B5EF4-FFF2-40B4-BE49-F238E27FC236}">
                <a16:creationId xmlns:a16="http://schemas.microsoft.com/office/drawing/2014/main" id="{0DA67FB0-32BB-639A-5A50-D286C8B87DC6}"/>
              </a:ext>
            </a:extLst>
          </p:cNvPr>
          <p:cNvGrpSpPr>
            <a:grpSpLocks/>
          </p:cNvGrpSpPr>
          <p:nvPr/>
        </p:nvGrpSpPr>
        <p:grpSpPr bwMode="auto">
          <a:xfrm>
            <a:off x="5348605" y="5917248"/>
            <a:ext cx="815975" cy="457200"/>
            <a:chOff x="2198" y="3221"/>
            <a:chExt cx="514" cy="288"/>
          </a:xfrm>
        </p:grpSpPr>
        <p:sp>
          <p:nvSpPr>
            <p:cNvPr id="45" name="Rectangle 104">
              <a:extLst>
                <a:ext uri="{FF2B5EF4-FFF2-40B4-BE49-F238E27FC236}">
                  <a16:creationId xmlns:a16="http://schemas.microsoft.com/office/drawing/2014/main" id="{65744BCE-231E-4EDC-AC6C-653AF689E5A4}"/>
                </a:ext>
              </a:extLst>
            </p:cNvPr>
            <p:cNvSpPr>
              <a:spLocks noChangeArrowheads="1"/>
            </p:cNvSpPr>
            <p:nvPr/>
          </p:nvSpPr>
          <p:spPr bwMode="auto">
            <a:xfrm>
              <a:off x="2244" y="3282"/>
              <a:ext cx="408"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6" name="Text Box 102">
              <a:extLst>
                <a:ext uri="{FF2B5EF4-FFF2-40B4-BE49-F238E27FC236}">
                  <a16:creationId xmlns:a16="http://schemas.microsoft.com/office/drawing/2014/main" id="{8B33335D-F195-AD2D-9826-E6F73F5D4B56}"/>
                </a:ext>
              </a:extLst>
            </p:cNvPr>
            <p:cNvSpPr txBox="1">
              <a:spLocks noChangeArrowheads="1"/>
            </p:cNvSpPr>
            <p:nvPr/>
          </p:nvSpPr>
          <p:spPr bwMode="auto">
            <a:xfrm>
              <a:off x="2198" y="3221"/>
              <a:ext cx="5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accent2"/>
                  </a:solidFill>
                </a:rPr>
                <a:t>time</a:t>
              </a:r>
              <a:endParaRPr lang="en-US" altLang="en-US" sz="2400">
                <a:latin typeface="Times New Roman" panose="02020603050405020304" pitchFamily="18" charset="0"/>
              </a:endParaRPr>
            </a:p>
          </p:txBody>
        </p:sp>
      </p:grpSp>
    </p:spTree>
    <p:extLst>
      <p:ext uri="{BB962C8B-B14F-4D97-AF65-F5344CB8AC3E}">
        <p14:creationId xmlns:p14="http://schemas.microsoft.com/office/powerpoint/2010/main" val="3157029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75B36-74B2-A3ED-5C5E-4804052AF0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11FBC2-A9D7-1BC7-C884-8B8D49CC7498}"/>
              </a:ext>
            </a:extLst>
          </p:cNvPr>
          <p:cNvSpPr>
            <a:spLocks noGrp="1"/>
          </p:cNvSpPr>
          <p:nvPr>
            <p:ph sz="half" idx="1"/>
          </p:nvPr>
        </p:nvSpPr>
        <p:spPr/>
        <p:txBody>
          <a:bodyPr>
            <a:normAutofit/>
          </a:bodyPr>
          <a:lstStyle/>
          <a:p>
            <a:pPr>
              <a:lnSpc>
                <a:spcPct val="150000"/>
              </a:lnSpc>
            </a:pPr>
            <a:r>
              <a:rPr lang="vi-VN"/>
              <a:t>Các loại mạng phổ biến</a:t>
            </a:r>
            <a:endParaRPr lang="en-US"/>
          </a:p>
          <a:p>
            <a:pPr lvl="1">
              <a:lnSpc>
                <a:spcPct val="150000"/>
              </a:lnSpc>
            </a:pPr>
            <a:r>
              <a:rPr lang="vi-VN" sz="2600"/>
              <a:t>Mạng cục bộ (LAN - Local Area Network)</a:t>
            </a:r>
            <a:endParaRPr lang="en-US" sz="2600"/>
          </a:p>
          <a:p>
            <a:pPr lvl="2">
              <a:lnSpc>
                <a:spcPct val="150000"/>
              </a:lnSpc>
            </a:pPr>
            <a:r>
              <a:rPr lang="vi-VN" sz="2400"/>
              <a:t>Phạm vi địa lý nhỏ (văn phòng, nhà, trường học).</a:t>
            </a:r>
            <a:endParaRPr lang="en-US" sz="2400"/>
          </a:p>
          <a:p>
            <a:pPr lvl="2">
              <a:lnSpc>
                <a:spcPct val="150000"/>
              </a:lnSpc>
            </a:pPr>
            <a:r>
              <a:rPr lang="vi-VN" sz="2400"/>
              <a:t>Tốc độ cao, chi phí thấp.</a:t>
            </a:r>
            <a:endParaRPr lang="en-US" sz="2400"/>
          </a:p>
        </p:txBody>
      </p:sp>
      <p:sp>
        <p:nvSpPr>
          <p:cNvPr id="2" name="Title 1">
            <a:extLst>
              <a:ext uri="{FF2B5EF4-FFF2-40B4-BE49-F238E27FC236}">
                <a16:creationId xmlns:a16="http://schemas.microsoft.com/office/drawing/2014/main" id="{D85CAFAA-F63E-53A8-3583-CC2F18A877BB}"/>
              </a:ext>
            </a:extLst>
          </p:cNvPr>
          <p:cNvSpPr>
            <a:spLocks noGrp="1"/>
          </p:cNvSpPr>
          <p:nvPr>
            <p:ph type="title"/>
          </p:nvPr>
        </p:nvSpPr>
        <p:spPr/>
        <p:txBody>
          <a:bodyPr/>
          <a:lstStyle/>
          <a:p>
            <a:r>
              <a:rPr lang="en-US"/>
              <a:t>CÁC KHÁI NIỆM CĂN BẢN</a:t>
            </a:r>
          </a:p>
        </p:txBody>
      </p:sp>
      <p:pic>
        <p:nvPicPr>
          <p:cNvPr id="5" name="Picture 2">
            <a:extLst>
              <a:ext uri="{FF2B5EF4-FFF2-40B4-BE49-F238E27FC236}">
                <a16:creationId xmlns:a16="http://schemas.microsoft.com/office/drawing/2014/main" id="{8F81484A-21CA-5E0C-7BCD-1397EBA46C0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228851"/>
            <a:ext cx="5623560" cy="3613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2381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8ED70-AB6C-673C-8E5B-BB027680B0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5BA716-81B0-2687-232F-8EAAC8C826F6}"/>
              </a:ext>
            </a:extLst>
          </p:cNvPr>
          <p:cNvSpPr>
            <a:spLocks noGrp="1"/>
          </p:cNvSpPr>
          <p:nvPr>
            <p:ph sz="half" idx="1"/>
          </p:nvPr>
        </p:nvSpPr>
        <p:spPr/>
        <p:txBody>
          <a:bodyPr>
            <a:normAutofit/>
          </a:bodyPr>
          <a:lstStyle/>
          <a:p>
            <a:pPr>
              <a:lnSpc>
                <a:spcPct val="150000"/>
              </a:lnSpc>
            </a:pPr>
            <a:r>
              <a:rPr lang="vi-VN"/>
              <a:t>Các loại mạng phổ biến</a:t>
            </a:r>
            <a:endParaRPr lang="en-US"/>
          </a:p>
          <a:p>
            <a:pPr lvl="1">
              <a:lnSpc>
                <a:spcPct val="150000"/>
              </a:lnSpc>
            </a:pPr>
            <a:r>
              <a:rPr lang="vi-VN" sz="2600"/>
              <a:t>Mạng diện rộng (WAN - Wide Area Network)</a:t>
            </a:r>
            <a:endParaRPr lang="en-US" sz="2600"/>
          </a:p>
          <a:p>
            <a:pPr lvl="2">
              <a:lnSpc>
                <a:spcPct val="150000"/>
              </a:lnSpc>
            </a:pPr>
            <a:r>
              <a:rPr lang="vi-VN" sz="2400"/>
              <a:t>Phạm vi địa lý lớn (quốc gia, toàn cầu).</a:t>
            </a:r>
            <a:endParaRPr lang="en-US" sz="2400"/>
          </a:p>
          <a:p>
            <a:pPr lvl="2">
              <a:lnSpc>
                <a:spcPct val="150000"/>
              </a:lnSpc>
            </a:pPr>
            <a:r>
              <a:rPr lang="vi-VN" sz="2400"/>
              <a:t>Kết nối các LAN lại với nhau (ví dụ: Internet).</a:t>
            </a:r>
            <a:endParaRPr lang="en-US" sz="2400"/>
          </a:p>
        </p:txBody>
      </p:sp>
      <p:sp>
        <p:nvSpPr>
          <p:cNvPr id="2" name="Title 1">
            <a:extLst>
              <a:ext uri="{FF2B5EF4-FFF2-40B4-BE49-F238E27FC236}">
                <a16:creationId xmlns:a16="http://schemas.microsoft.com/office/drawing/2014/main" id="{9A8F4D40-FFF7-58A8-A590-6A544957EC75}"/>
              </a:ext>
            </a:extLst>
          </p:cNvPr>
          <p:cNvSpPr>
            <a:spLocks noGrp="1"/>
          </p:cNvSpPr>
          <p:nvPr>
            <p:ph type="title"/>
          </p:nvPr>
        </p:nvSpPr>
        <p:spPr/>
        <p:txBody>
          <a:bodyPr/>
          <a:lstStyle/>
          <a:p>
            <a:r>
              <a:rPr lang="en-US"/>
              <a:t>CÁC KHÁI NIỆM CĂN BẢN</a:t>
            </a:r>
          </a:p>
        </p:txBody>
      </p:sp>
      <p:pic>
        <p:nvPicPr>
          <p:cNvPr id="5122" name="Picture 2">
            <a:extLst>
              <a:ext uri="{FF2B5EF4-FFF2-40B4-BE49-F238E27FC236}">
                <a16:creationId xmlns:a16="http://schemas.microsoft.com/office/drawing/2014/main" id="{0063E64D-831F-5353-729D-0ED2E335EEE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2" y="2768680"/>
            <a:ext cx="5722428" cy="3111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179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FE2B4-AD27-A767-6AFA-9A4695E22C7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C86202-1C7B-48F3-91EA-049C20BFEB42}"/>
              </a:ext>
            </a:extLst>
          </p:cNvPr>
          <p:cNvSpPr>
            <a:spLocks noGrp="1"/>
          </p:cNvSpPr>
          <p:nvPr>
            <p:ph sz="half" idx="1"/>
          </p:nvPr>
        </p:nvSpPr>
        <p:spPr/>
        <p:txBody>
          <a:bodyPr>
            <a:normAutofit/>
          </a:bodyPr>
          <a:lstStyle/>
          <a:p>
            <a:pPr>
              <a:lnSpc>
                <a:spcPct val="150000"/>
              </a:lnSpc>
            </a:pPr>
            <a:r>
              <a:rPr lang="vi-VN"/>
              <a:t>Các loại mạng phổ biến</a:t>
            </a:r>
            <a:endParaRPr lang="en-US"/>
          </a:p>
          <a:p>
            <a:pPr lvl="1">
              <a:lnSpc>
                <a:spcPct val="150000"/>
              </a:lnSpc>
            </a:pPr>
            <a:r>
              <a:rPr lang="vi-VN" sz="2600"/>
              <a:t>Mạng đô thị (MAN - Metropolitan Area Network)</a:t>
            </a:r>
            <a:endParaRPr lang="en-US" sz="2600"/>
          </a:p>
          <a:p>
            <a:pPr lvl="2">
              <a:lnSpc>
                <a:spcPct val="150000"/>
              </a:lnSpc>
            </a:pPr>
            <a:r>
              <a:rPr lang="vi-VN" sz="2400"/>
              <a:t>Phạm vi trong một thành phố.</a:t>
            </a:r>
            <a:endParaRPr lang="en-US" sz="2400"/>
          </a:p>
        </p:txBody>
      </p:sp>
      <p:pic>
        <p:nvPicPr>
          <p:cNvPr id="9" name="Content Placeholder 8" descr="A diagram of a person network&#10;&#10;AI-generated content may be incorrect.">
            <a:extLst>
              <a:ext uri="{FF2B5EF4-FFF2-40B4-BE49-F238E27FC236}">
                <a16:creationId xmlns:a16="http://schemas.microsoft.com/office/drawing/2014/main" id="{2188E1A3-F654-40B5-C029-5A22FCE97FFB}"/>
              </a:ext>
            </a:extLst>
          </p:cNvPr>
          <p:cNvPicPr>
            <a:picLocks noGrp="1" noChangeAspect="1"/>
          </p:cNvPicPr>
          <p:nvPr>
            <p:ph sz="half" idx="2"/>
          </p:nvPr>
        </p:nvPicPr>
        <p:blipFill>
          <a:blip r:embed="rId2"/>
          <a:stretch>
            <a:fillRect/>
          </a:stretch>
        </p:blipFill>
        <p:spPr>
          <a:xfrm>
            <a:off x="5719945" y="2160269"/>
            <a:ext cx="6130980" cy="4016694"/>
          </a:xfrm>
        </p:spPr>
      </p:pic>
      <p:sp>
        <p:nvSpPr>
          <p:cNvPr id="2" name="Title 1">
            <a:extLst>
              <a:ext uri="{FF2B5EF4-FFF2-40B4-BE49-F238E27FC236}">
                <a16:creationId xmlns:a16="http://schemas.microsoft.com/office/drawing/2014/main" id="{370740B9-C1E6-2489-2282-93E1C7F64E2F}"/>
              </a:ext>
            </a:extLst>
          </p:cNvPr>
          <p:cNvSpPr>
            <a:spLocks noGrp="1"/>
          </p:cNvSpPr>
          <p:nvPr>
            <p:ph type="title"/>
          </p:nvPr>
        </p:nvSpPr>
        <p:spPr/>
        <p:txBody>
          <a:bodyPr/>
          <a:lstStyle/>
          <a:p>
            <a:r>
              <a:rPr lang="en-US"/>
              <a:t>CÁC KHÁI NIỆM CĂN BẢN</a:t>
            </a:r>
          </a:p>
        </p:txBody>
      </p:sp>
    </p:spTree>
    <p:extLst>
      <p:ext uri="{BB962C8B-B14F-4D97-AF65-F5344CB8AC3E}">
        <p14:creationId xmlns:p14="http://schemas.microsoft.com/office/powerpoint/2010/main" val="1367290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F6E11-89A6-A256-F829-A9A026BEDF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0FE177-9EA8-B760-7D12-D659B4E38737}"/>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E959DE15-9BB4-8C4F-E8AD-E36C04D36A9A}"/>
              </a:ext>
            </a:extLst>
          </p:cNvPr>
          <p:cNvSpPr>
            <a:spLocks noGrp="1"/>
          </p:cNvSpPr>
          <p:nvPr>
            <p:ph idx="1"/>
          </p:nvPr>
        </p:nvSpPr>
        <p:spPr/>
        <p:txBody>
          <a:bodyPr>
            <a:normAutofit/>
          </a:bodyPr>
          <a:lstStyle/>
          <a:p>
            <a:pPr>
              <a:lnSpc>
                <a:spcPct val="150000"/>
              </a:lnSpc>
            </a:pPr>
            <a:r>
              <a:rPr lang="en-US"/>
              <a:t>Mô hình tham chiếu OSI (Open Systems Interconnection)</a:t>
            </a:r>
          </a:p>
          <a:p>
            <a:pPr>
              <a:lnSpc>
                <a:spcPct val="150000"/>
              </a:lnSpc>
            </a:pPr>
            <a:endParaRPr lang="en-US" sz="2400"/>
          </a:p>
        </p:txBody>
      </p:sp>
      <p:pic>
        <p:nvPicPr>
          <p:cNvPr id="8" name="Picture 7">
            <a:extLst>
              <a:ext uri="{FF2B5EF4-FFF2-40B4-BE49-F238E27FC236}">
                <a16:creationId xmlns:a16="http://schemas.microsoft.com/office/drawing/2014/main" id="{17E3972F-18B1-7A88-4F7E-9DD6D8D0ABCD}"/>
              </a:ext>
            </a:extLst>
          </p:cNvPr>
          <p:cNvPicPr>
            <a:picLocks noChangeAspect="1"/>
          </p:cNvPicPr>
          <p:nvPr/>
        </p:nvPicPr>
        <p:blipFill>
          <a:blip r:embed="rId2"/>
          <a:stretch>
            <a:fillRect/>
          </a:stretch>
        </p:blipFill>
        <p:spPr>
          <a:xfrm>
            <a:off x="2358833" y="2394478"/>
            <a:ext cx="7474334" cy="4172164"/>
          </a:xfrm>
          <a:prstGeom prst="rect">
            <a:avLst/>
          </a:prstGeom>
        </p:spPr>
      </p:pic>
    </p:spTree>
    <p:extLst>
      <p:ext uri="{BB962C8B-B14F-4D97-AF65-F5344CB8AC3E}">
        <p14:creationId xmlns:p14="http://schemas.microsoft.com/office/powerpoint/2010/main" val="2827272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2F705-A61A-FD39-CE99-73ACB8A2A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8A63-84E6-4453-A524-A0919600197A}"/>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5E07DB47-162F-3EC6-2B92-336383784B4C}"/>
              </a:ext>
            </a:extLst>
          </p:cNvPr>
          <p:cNvSpPr>
            <a:spLocks noGrp="1"/>
          </p:cNvSpPr>
          <p:nvPr>
            <p:ph idx="1"/>
          </p:nvPr>
        </p:nvSpPr>
        <p:spPr/>
        <p:txBody>
          <a:bodyPr>
            <a:normAutofit/>
          </a:bodyPr>
          <a:lstStyle/>
          <a:p>
            <a:pPr>
              <a:lnSpc>
                <a:spcPct val="150000"/>
              </a:lnSpc>
            </a:pPr>
            <a:r>
              <a:rPr lang="en-US"/>
              <a:t>Chức năng chung của các tầng</a:t>
            </a:r>
          </a:p>
          <a:p>
            <a:pPr lvl="1">
              <a:lnSpc>
                <a:spcPct val="150000"/>
              </a:lnSpc>
            </a:pPr>
            <a:r>
              <a:rPr lang="vi-VN" sz="2600"/>
              <a:t>Vật lý: Truyền bits “trên đường truyền”</a:t>
            </a:r>
          </a:p>
          <a:p>
            <a:pPr lvl="1">
              <a:lnSpc>
                <a:spcPct val="150000"/>
              </a:lnSpc>
            </a:pPr>
            <a:r>
              <a:rPr lang="vi-VN" sz="2600"/>
              <a:t>Liên kết dữ liệu: Truyền dữ liệu giữa các thành phần nối kết trong mạng</a:t>
            </a:r>
          </a:p>
          <a:p>
            <a:pPr lvl="1">
              <a:lnSpc>
                <a:spcPct val="150000"/>
              </a:lnSpc>
            </a:pPr>
            <a:r>
              <a:rPr lang="vi-VN" sz="2600"/>
              <a:t>Mạng: chọn đường, chuyển tiếp gói tin từ nguồn tới đích</a:t>
            </a:r>
          </a:p>
          <a:p>
            <a:pPr lvl="1">
              <a:lnSpc>
                <a:spcPct val="150000"/>
              </a:lnSpc>
            </a:pPr>
            <a:r>
              <a:rPr lang="vi-VN" sz="2600"/>
              <a:t>Giao vận: Xử lý việc truyền-nhận dữ liệu cho các ứng dụng</a:t>
            </a:r>
          </a:p>
          <a:p>
            <a:pPr>
              <a:lnSpc>
                <a:spcPct val="150000"/>
              </a:lnSpc>
            </a:pPr>
            <a:endParaRPr lang="en-US"/>
          </a:p>
          <a:p>
            <a:pPr>
              <a:lnSpc>
                <a:spcPct val="150000"/>
              </a:lnSpc>
            </a:pPr>
            <a:endParaRPr lang="en-US" sz="2400"/>
          </a:p>
        </p:txBody>
      </p:sp>
    </p:spTree>
    <p:extLst>
      <p:ext uri="{BB962C8B-B14F-4D97-AF65-F5344CB8AC3E}">
        <p14:creationId xmlns:p14="http://schemas.microsoft.com/office/powerpoint/2010/main" val="1150087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E569A-3F1C-6122-8831-6B189E324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464DE-E8BC-5788-C000-9C811E418D00}"/>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932E163B-8D54-2F29-40BF-83F9F591CDDF}"/>
              </a:ext>
            </a:extLst>
          </p:cNvPr>
          <p:cNvSpPr>
            <a:spLocks noGrp="1"/>
          </p:cNvSpPr>
          <p:nvPr>
            <p:ph idx="1"/>
          </p:nvPr>
        </p:nvSpPr>
        <p:spPr/>
        <p:txBody>
          <a:bodyPr>
            <a:normAutofit/>
          </a:bodyPr>
          <a:lstStyle/>
          <a:p>
            <a:pPr>
              <a:lnSpc>
                <a:spcPct val="150000"/>
              </a:lnSpc>
            </a:pPr>
            <a:r>
              <a:rPr lang="en-US"/>
              <a:t>Chức năng chung của các tầng</a:t>
            </a:r>
          </a:p>
          <a:p>
            <a:pPr lvl="1">
              <a:lnSpc>
                <a:spcPct val="150000"/>
              </a:lnSpc>
            </a:pPr>
            <a:r>
              <a:rPr lang="vi-VN" sz="2600"/>
              <a:t>Phiên: Đồng bộ hóa, check-point, khôi phục quá trình trao đổi</a:t>
            </a:r>
          </a:p>
          <a:p>
            <a:pPr lvl="1">
              <a:lnSpc>
                <a:spcPct val="150000"/>
              </a:lnSpc>
            </a:pPr>
            <a:r>
              <a:rPr lang="vi-VN" sz="2600"/>
              <a:t>Trình diễn: cho phép các ứng dụng biễu diễn dữ liệu, e.g., mã hóa, nén,</a:t>
            </a:r>
            <a:r>
              <a:rPr lang="en-US" sz="2600"/>
              <a:t> </a:t>
            </a:r>
            <a:r>
              <a:rPr lang="vi-VN" sz="2600"/>
              <a:t>chuyển đổi…</a:t>
            </a:r>
          </a:p>
          <a:p>
            <a:pPr lvl="1">
              <a:lnSpc>
                <a:spcPct val="150000"/>
              </a:lnSpc>
            </a:pPr>
            <a:r>
              <a:rPr lang="vi-VN" sz="2600"/>
              <a:t>Ứng dụng: Hỗ trợ các ứng dụng trên mạng</a:t>
            </a:r>
          </a:p>
          <a:p>
            <a:pPr>
              <a:lnSpc>
                <a:spcPct val="150000"/>
              </a:lnSpc>
            </a:pPr>
            <a:endParaRPr lang="en-US"/>
          </a:p>
          <a:p>
            <a:pPr>
              <a:lnSpc>
                <a:spcPct val="150000"/>
              </a:lnSpc>
            </a:pPr>
            <a:endParaRPr lang="en-US" sz="2400"/>
          </a:p>
        </p:txBody>
      </p:sp>
    </p:spTree>
    <p:extLst>
      <p:ext uri="{BB962C8B-B14F-4D97-AF65-F5344CB8AC3E}">
        <p14:creationId xmlns:p14="http://schemas.microsoft.com/office/powerpoint/2010/main" val="4200153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219BE-5DB1-4256-A839-1E061152EE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87C52C-AE11-0993-FFF9-675162A9C96E}"/>
              </a:ext>
            </a:extLst>
          </p:cNvPr>
          <p:cNvSpPr>
            <a:spLocks noGrp="1"/>
          </p:cNvSpPr>
          <p:nvPr>
            <p:ph sz="half" idx="1"/>
          </p:nvPr>
        </p:nvSpPr>
        <p:spPr/>
        <p:txBody>
          <a:bodyPr>
            <a:normAutofit/>
          </a:bodyPr>
          <a:lstStyle/>
          <a:p>
            <a:pPr>
              <a:lnSpc>
                <a:spcPct val="150000"/>
              </a:lnSpc>
            </a:pPr>
            <a:r>
              <a:rPr lang="en-US"/>
              <a:t>Mô hình OSI và TCP/IP</a:t>
            </a:r>
          </a:p>
          <a:p>
            <a:pPr lvl="1">
              <a:lnSpc>
                <a:spcPct val="150000"/>
              </a:lnSpc>
            </a:pPr>
            <a:r>
              <a:rPr lang="vi-VN" sz="2600"/>
              <a:t>Trong mô hình TCP/IP (Internet), chức năng 3 tầng trên được phân định</a:t>
            </a:r>
            <a:r>
              <a:rPr lang="en-US" sz="2600"/>
              <a:t> </a:t>
            </a:r>
            <a:r>
              <a:rPr lang="vi-VN" sz="2600"/>
              <a:t>vào một tầng duy nhất</a:t>
            </a:r>
            <a:endParaRPr lang="en-US" sz="2600"/>
          </a:p>
          <a:p>
            <a:pPr>
              <a:lnSpc>
                <a:spcPct val="150000"/>
              </a:lnSpc>
            </a:pPr>
            <a:endParaRPr lang="en-US" sz="2400"/>
          </a:p>
        </p:txBody>
      </p:sp>
      <p:sp>
        <p:nvSpPr>
          <p:cNvPr id="2" name="Title 1">
            <a:extLst>
              <a:ext uri="{FF2B5EF4-FFF2-40B4-BE49-F238E27FC236}">
                <a16:creationId xmlns:a16="http://schemas.microsoft.com/office/drawing/2014/main" id="{D8AB9572-F98A-7402-10D6-EC4547881304}"/>
              </a:ext>
            </a:extLst>
          </p:cNvPr>
          <p:cNvSpPr>
            <a:spLocks noGrp="1"/>
          </p:cNvSpPr>
          <p:nvPr>
            <p:ph type="title"/>
          </p:nvPr>
        </p:nvSpPr>
        <p:spPr/>
        <p:txBody>
          <a:bodyPr/>
          <a:lstStyle/>
          <a:p>
            <a:r>
              <a:rPr lang="en-US"/>
              <a:t>CÁC KHÁI NIỆM CĂN BẢN</a:t>
            </a:r>
          </a:p>
        </p:txBody>
      </p:sp>
      <p:pic>
        <p:nvPicPr>
          <p:cNvPr id="7" name="Content Placeholder 6">
            <a:extLst>
              <a:ext uri="{FF2B5EF4-FFF2-40B4-BE49-F238E27FC236}">
                <a16:creationId xmlns:a16="http://schemas.microsoft.com/office/drawing/2014/main" id="{93838C5C-071C-2666-C227-1CE4E785037E}"/>
              </a:ext>
            </a:extLst>
          </p:cNvPr>
          <p:cNvPicPr>
            <a:picLocks noGrp="1" noChangeAspect="1"/>
          </p:cNvPicPr>
          <p:nvPr>
            <p:ph sz="half" idx="2"/>
          </p:nvPr>
        </p:nvPicPr>
        <p:blipFill>
          <a:blip r:embed="rId2"/>
          <a:stretch>
            <a:fillRect/>
          </a:stretch>
        </p:blipFill>
        <p:spPr>
          <a:xfrm>
            <a:off x="6172199" y="2057400"/>
            <a:ext cx="5490935" cy="3383280"/>
          </a:xfrm>
          <a:prstGeom prst="rect">
            <a:avLst/>
          </a:prstGeom>
        </p:spPr>
      </p:pic>
    </p:spTree>
    <p:extLst>
      <p:ext uri="{BB962C8B-B14F-4D97-AF65-F5344CB8AC3E}">
        <p14:creationId xmlns:p14="http://schemas.microsoft.com/office/powerpoint/2010/main" val="317165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2D3E6-BD9B-A897-CBFA-39CBEB49E7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51E301-8D3F-63A1-63B1-AC768A3A99D1}"/>
              </a:ext>
            </a:extLst>
          </p:cNvPr>
          <p:cNvSpPr>
            <a:spLocks noGrp="1"/>
          </p:cNvSpPr>
          <p:nvPr>
            <p:ph sz="half" idx="1"/>
          </p:nvPr>
        </p:nvSpPr>
        <p:spPr/>
        <p:txBody>
          <a:bodyPr>
            <a:normAutofit/>
          </a:bodyPr>
          <a:lstStyle/>
          <a:p>
            <a:pPr>
              <a:lnSpc>
                <a:spcPct val="150000"/>
              </a:lnSpc>
            </a:pPr>
            <a:r>
              <a:rPr lang="en-US"/>
              <a:t>Ví dụ về quá trình gửi dữ liệu từ nguồn, qua nút trung gian (bộ đinh tuyến), rồi tới đích</a:t>
            </a:r>
          </a:p>
          <a:p>
            <a:pPr>
              <a:lnSpc>
                <a:spcPct val="150000"/>
              </a:lnSpc>
            </a:pPr>
            <a:endParaRPr lang="en-US" sz="2400"/>
          </a:p>
        </p:txBody>
      </p:sp>
      <p:sp>
        <p:nvSpPr>
          <p:cNvPr id="2" name="Title 1">
            <a:extLst>
              <a:ext uri="{FF2B5EF4-FFF2-40B4-BE49-F238E27FC236}">
                <a16:creationId xmlns:a16="http://schemas.microsoft.com/office/drawing/2014/main" id="{87FE6243-7FAC-5882-2554-E885DC9CAC4B}"/>
              </a:ext>
            </a:extLst>
          </p:cNvPr>
          <p:cNvSpPr>
            <a:spLocks noGrp="1"/>
          </p:cNvSpPr>
          <p:nvPr>
            <p:ph type="title"/>
          </p:nvPr>
        </p:nvSpPr>
        <p:spPr/>
        <p:txBody>
          <a:bodyPr/>
          <a:lstStyle/>
          <a:p>
            <a:r>
              <a:rPr lang="en-US"/>
              <a:t>CÁC KHÁI NIỆM CĂN BẢN</a:t>
            </a:r>
          </a:p>
        </p:txBody>
      </p:sp>
      <p:pic>
        <p:nvPicPr>
          <p:cNvPr id="8" name="Content Placeholder 7">
            <a:extLst>
              <a:ext uri="{FF2B5EF4-FFF2-40B4-BE49-F238E27FC236}">
                <a16:creationId xmlns:a16="http://schemas.microsoft.com/office/drawing/2014/main" id="{9F0DFB2F-929C-FC38-BB36-A07754B53D6B}"/>
              </a:ext>
            </a:extLst>
          </p:cNvPr>
          <p:cNvPicPr>
            <a:picLocks noGrp="1" noChangeAspect="1"/>
          </p:cNvPicPr>
          <p:nvPr>
            <p:ph sz="half" idx="2"/>
          </p:nvPr>
        </p:nvPicPr>
        <p:blipFill>
          <a:blip r:embed="rId2"/>
          <a:stretch>
            <a:fillRect/>
          </a:stretch>
        </p:blipFill>
        <p:spPr>
          <a:xfrm>
            <a:off x="6172200" y="2034540"/>
            <a:ext cx="5181600" cy="3451860"/>
          </a:xfrm>
          <a:prstGeom prst="rect">
            <a:avLst/>
          </a:prstGeom>
        </p:spPr>
      </p:pic>
    </p:spTree>
    <p:extLst>
      <p:ext uri="{BB962C8B-B14F-4D97-AF65-F5344CB8AC3E}">
        <p14:creationId xmlns:p14="http://schemas.microsoft.com/office/powerpoint/2010/main" val="3303797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2380E-80E8-FC29-529A-7F9357C28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E03B7-C6F3-C2E2-287E-CC016FB1BA94}"/>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647E1725-0DDD-6E6F-08D3-52ABDD52BA2D}"/>
              </a:ext>
            </a:extLst>
          </p:cNvPr>
          <p:cNvSpPr>
            <a:spLocks noGrp="1"/>
          </p:cNvSpPr>
          <p:nvPr>
            <p:ph idx="1"/>
          </p:nvPr>
        </p:nvSpPr>
        <p:spPr/>
        <p:txBody>
          <a:bodyPr>
            <a:normAutofit/>
          </a:bodyPr>
          <a:lstStyle/>
          <a:p>
            <a:pPr>
              <a:lnSpc>
                <a:spcPct val="150000"/>
              </a:lnSpc>
            </a:pPr>
            <a:r>
              <a:rPr lang="en-US"/>
              <a:t>Đóng gói dữ liệu (Encapsulation)</a:t>
            </a:r>
          </a:p>
          <a:p>
            <a:pPr>
              <a:lnSpc>
                <a:spcPct val="150000"/>
              </a:lnSpc>
            </a:pPr>
            <a:endParaRPr lang="en-US" sz="2400"/>
          </a:p>
        </p:txBody>
      </p:sp>
      <p:pic>
        <p:nvPicPr>
          <p:cNvPr id="7" name="Picture 6">
            <a:extLst>
              <a:ext uri="{FF2B5EF4-FFF2-40B4-BE49-F238E27FC236}">
                <a16:creationId xmlns:a16="http://schemas.microsoft.com/office/drawing/2014/main" id="{FF1DDE9F-5FF0-58AF-C718-2A2CBA73B75F}"/>
              </a:ext>
            </a:extLst>
          </p:cNvPr>
          <p:cNvPicPr>
            <a:picLocks noChangeAspect="1"/>
          </p:cNvPicPr>
          <p:nvPr/>
        </p:nvPicPr>
        <p:blipFill>
          <a:blip r:embed="rId2"/>
          <a:stretch>
            <a:fillRect/>
          </a:stretch>
        </p:blipFill>
        <p:spPr>
          <a:xfrm>
            <a:off x="3092296" y="2675154"/>
            <a:ext cx="6007409" cy="3930852"/>
          </a:xfrm>
          <a:prstGeom prst="rect">
            <a:avLst/>
          </a:prstGeom>
        </p:spPr>
      </p:pic>
    </p:spTree>
    <p:extLst>
      <p:ext uri="{BB962C8B-B14F-4D97-AF65-F5344CB8AC3E}">
        <p14:creationId xmlns:p14="http://schemas.microsoft.com/office/powerpoint/2010/main" val="2968166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7994D-A755-F7CF-D39E-EBF819A9B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CBEE5-BD69-0279-A295-0EFD8977BBA1}"/>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1DA827E2-380E-84A8-19F2-01E5E6275089}"/>
              </a:ext>
            </a:extLst>
          </p:cNvPr>
          <p:cNvSpPr>
            <a:spLocks noGrp="1"/>
          </p:cNvSpPr>
          <p:nvPr>
            <p:ph idx="1"/>
          </p:nvPr>
        </p:nvSpPr>
        <p:spPr/>
        <p:txBody>
          <a:bodyPr>
            <a:normAutofit/>
          </a:bodyPr>
          <a:lstStyle/>
          <a:p>
            <a:pPr>
              <a:lnSpc>
                <a:spcPct val="150000"/>
              </a:lnSpc>
            </a:pPr>
            <a:r>
              <a:rPr lang="vi-VN"/>
              <a:t>PDU: Protocol Data Unit – Đơn vị dữ liệu</a:t>
            </a:r>
            <a:r>
              <a:rPr lang="en-US"/>
              <a:t> </a:t>
            </a:r>
            <a:r>
              <a:rPr lang="vi-VN"/>
              <a:t>giao thức</a:t>
            </a:r>
            <a:endParaRPr lang="en-US"/>
          </a:p>
          <a:p>
            <a:pPr>
              <a:lnSpc>
                <a:spcPct val="150000"/>
              </a:lnSpc>
            </a:pPr>
            <a:endParaRPr lang="en-US" sz="2400"/>
          </a:p>
        </p:txBody>
      </p:sp>
      <p:pic>
        <p:nvPicPr>
          <p:cNvPr id="5" name="Picture 4">
            <a:extLst>
              <a:ext uri="{FF2B5EF4-FFF2-40B4-BE49-F238E27FC236}">
                <a16:creationId xmlns:a16="http://schemas.microsoft.com/office/drawing/2014/main" id="{F36C88E0-7267-BA32-80A1-A4203D24F418}"/>
              </a:ext>
            </a:extLst>
          </p:cNvPr>
          <p:cNvPicPr>
            <a:picLocks noChangeAspect="1"/>
          </p:cNvPicPr>
          <p:nvPr/>
        </p:nvPicPr>
        <p:blipFill>
          <a:blip r:embed="rId2"/>
          <a:stretch>
            <a:fillRect/>
          </a:stretch>
        </p:blipFill>
        <p:spPr>
          <a:xfrm>
            <a:off x="1967489" y="2438200"/>
            <a:ext cx="8257023" cy="4225490"/>
          </a:xfrm>
          <a:prstGeom prst="rect">
            <a:avLst/>
          </a:prstGeom>
        </p:spPr>
      </p:pic>
    </p:spTree>
    <p:extLst>
      <p:ext uri="{BB962C8B-B14F-4D97-AF65-F5344CB8AC3E}">
        <p14:creationId xmlns:p14="http://schemas.microsoft.com/office/powerpoint/2010/main" val="1031809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3E69A-58E7-6653-1B6D-31AC9811CE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6A0348-5DD3-0826-185F-C5DEAD7BE0C1}"/>
              </a:ext>
            </a:extLst>
          </p:cNvPr>
          <p:cNvSpPr>
            <a:spLocks noGrp="1"/>
          </p:cNvSpPr>
          <p:nvPr>
            <p:ph sz="half" idx="1"/>
          </p:nvPr>
        </p:nvSpPr>
        <p:spPr/>
        <p:txBody>
          <a:bodyPr>
            <a:normAutofit fontScale="85000" lnSpcReduction="10000"/>
          </a:bodyPr>
          <a:lstStyle/>
          <a:p>
            <a:pPr>
              <a:lnSpc>
                <a:spcPct val="150000"/>
              </a:lnSpc>
            </a:pPr>
            <a:r>
              <a:rPr lang="vi-VN" sz="3000"/>
              <a:t>Họ giao thức TCP/IP và quá trình đóng gói</a:t>
            </a:r>
            <a:endParaRPr lang="en-US" sz="3000"/>
          </a:p>
          <a:p>
            <a:pPr lvl="1">
              <a:lnSpc>
                <a:spcPct val="150000"/>
              </a:lnSpc>
            </a:pPr>
            <a:r>
              <a:rPr lang="vi-VN" sz="2600"/>
              <a:t>Bên gửi</a:t>
            </a:r>
            <a:r>
              <a:rPr lang="en-US" sz="2600"/>
              <a:t>: </a:t>
            </a:r>
            <a:r>
              <a:rPr lang="vi-VN" sz="2600"/>
              <a:t>Mỗi tầng thêm các thông tin điều khiển (header) vào gói tin và truyền xuống tang</a:t>
            </a:r>
            <a:r>
              <a:rPr lang="en-US" sz="2600"/>
              <a:t> </a:t>
            </a:r>
            <a:r>
              <a:rPr lang="vi-VN" sz="2600"/>
              <a:t>dưới</a:t>
            </a:r>
          </a:p>
          <a:p>
            <a:pPr lvl="1">
              <a:lnSpc>
                <a:spcPct val="150000"/>
              </a:lnSpc>
            </a:pPr>
            <a:r>
              <a:rPr lang="vi-VN" sz="2600"/>
              <a:t>Bên nhận</a:t>
            </a:r>
            <a:r>
              <a:rPr lang="en-US" sz="2600"/>
              <a:t>: </a:t>
            </a:r>
            <a:r>
              <a:rPr lang="vi-VN" sz="2600"/>
              <a:t>Mỗi tầng xử lý thông tin dựa trên phần header, sau đó bỏ header và truyền dữ liệu lên</a:t>
            </a:r>
            <a:r>
              <a:rPr lang="en-US" sz="2600"/>
              <a:t> </a:t>
            </a:r>
            <a:r>
              <a:rPr lang="vi-VN" sz="2600"/>
              <a:t>tầng trên</a:t>
            </a:r>
            <a:endParaRPr lang="en-US" sz="2600"/>
          </a:p>
          <a:p>
            <a:pPr>
              <a:lnSpc>
                <a:spcPct val="150000"/>
              </a:lnSpc>
            </a:pPr>
            <a:endParaRPr lang="en-US" sz="2400"/>
          </a:p>
        </p:txBody>
      </p:sp>
      <p:pic>
        <p:nvPicPr>
          <p:cNvPr id="7" name="Content Placeholder 6">
            <a:extLst>
              <a:ext uri="{FF2B5EF4-FFF2-40B4-BE49-F238E27FC236}">
                <a16:creationId xmlns:a16="http://schemas.microsoft.com/office/drawing/2014/main" id="{68D7E7B6-6442-DCC7-3E88-82521C0637BF}"/>
              </a:ext>
            </a:extLst>
          </p:cNvPr>
          <p:cNvPicPr>
            <a:picLocks noGrp="1" noChangeAspect="1"/>
          </p:cNvPicPr>
          <p:nvPr>
            <p:ph sz="half" idx="2"/>
          </p:nvPr>
        </p:nvPicPr>
        <p:blipFill>
          <a:blip r:embed="rId2"/>
          <a:stretch>
            <a:fillRect/>
          </a:stretch>
        </p:blipFill>
        <p:spPr>
          <a:xfrm>
            <a:off x="6172200" y="2423160"/>
            <a:ext cx="5469002" cy="3457511"/>
          </a:xfrm>
          <a:prstGeom prst="rect">
            <a:avLst/>
          </a:prstGeom>
        </p:spPr>
      </p:pic>
      <p:sp>
        <p:nvSpPr>
          <p:cNvPr id="2" name="Title 1">
            <a:extLst>
              <a:ext uri="{FF2B5EF4-FFF2-40B4-BE49-F238E27FC236}">
                <a16:creationId xmlns:a16="http://schemas.microsoft.com/office/drawing/2014/main" id="{3E5D16F7-5617-30B4-C824-E3D6B0160B5D}"/>
              </a:ext>
            </a:extLst>
          </p:cNvPr>
          <p:cNvSpPr>
            <a:spLocks noGrp="1"/>
          </p:cNvSpPr>
          <p:nvPr>
            <p:ph type="title"/>
          </p:nvPr>
        </p:nvSpPr>
        <p:spPr/>
        <p:txBody>
          <a:bodyPr/>
          <a:lstStyle/>
          <a:p>
            <a:r>
              <a:rPr lang="en-US"/>
              <a:t>CÁC KHÁI NIỆM CĂN BẢN</a:t>
            </a:r>
          </a:p>
        </p:txBody>
      </p:sp>
    </p:spTree>
    <p:extLst>
      <p:ext uri="{BB962C8B-B14F-4D97-AF65-F5344CB8AC3E}">
        <p14:creationId xmlns:p14="http://schemas.microsoft.com/office/powerpoint/2010/main" val="3307572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51041-F674-86CB-3300-16BECEB48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4BC700-01E2-817C-7979-E7CB920AE9D9}"/>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C79B73A4-83B0-2496-98CB-FC5AB3B17E17}"/>
              </a:ext>
            </a:extLst>
          </p:cNvPr>
          <p:cNvSpPr>
            <a:spLocks noGrp="1"/>
          </p:cNvSpPr>
          <p:nvPr>
            <p:ph idx="1"/>
          </p:nvPr>
        </p:nvSpPr>
        <p:spPr/>
        <p:txBody>
          <a:bodyPr>
            <a:normAutofit/>
          </a:bodyPr>
          <a:lstStyle/>
          <a:p>
            <a:pPr>
              <a:lnSpc>
                <a:spcPct val="150000"/>
              </a:lnSpc>
            </a:pPr>
            <a:r>
              <a:rPr lang="vi-VN"/>
              <a:t>Protocol stack và quá trình đóng gói</a:t>
            </a:r>
            <a:endParaRPr lang="en-US"/>
          </a:p>
          <a:p>
            <a:pPr>
              <a:lnSpc>
                <a:spcPct val="150000"/>
              </a:lnSpc>
            </a:pPr>
            <a:endParaRPr lang="en-US" sz="2400"/>
          </a:p>
        </p:txBody>
      </p:sp>
      <p:pic>
        <p:nvPicPr>
          <p:cNvPr id="8" name="Picture 7">
            <a:extLst>
              <a:ext uri="{FF2B5EF4-FFF2-40B4-BE49-F238E27FC236}">
                <a16:creationId xmlns:a16="http://schemas.microsoft.com/office/drawing/2014/main" id="{D76F79CF-D325-9251-5183-F8DBEEF75F58}"/>
              </a:ext>
            </a:extLst>
          </p:cNvPr>
          <p:cNvPicPr>
            <a:picLocks noChangeAspect="1"/>
          </p:cNvPicPr>
          <p:nvPr/>
        </p:nvPicPr>
        <p:blipFill>
          <a:blip r:embed="rId2"/>
          <a:stretch>
            <a:fillRect/>
          </a:stretch>
        </p:blipFill>
        <p:spPr>
          <a:xfrm>
            <a:off x="2406461" y="2701823"/>
            <a:ext cx="7379079" cy="3968954"/>
          </a:xfrm>
          <a:prstGeom prst="rect">
            <a:avLst/>
          </a:prstGeom>
        </p:spPr>
      </p:pic>
    </p:spTree>
    <p:extLst>
      <p:ext uri="{BB962C8B-B14F-4D97-AF65-F5344CB8AC3E}">
        <p14:creationId xmlns:p14="http://schemas.microsoft.com/office/powerpoint/2010/main" val="2046090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09463-CB4B-12DD-6E0E-B08C00F1D6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14B85-47FB-EA75-4CB8-61A36C068BA1}"/>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3E31B1FB-B5F3-DDC1-5E9F-5E43F119D615}"/>
              </a:ext>
            </a:extLst>
          </p:cNvPr>
          <p:cNvSpPr>
            <a:spLocks noGrp="1"/>
          </p:cNvSpPr>
          <p:nvPr>
            <p:ph idx="1"/>
          </p:nvPr>
        </p:nvSpPr>
        <p:spPr/>
        <p:txBody>
          <a:bodyPr>
            <a:normAutofit/>
          </a:bodyPr>
          <a:lstStyle/>
          <a:p>
            <a:pPr>
              <a:lnSpc>
                <a:spcPct val="150000"/>
              </a:lnSpc>
            </a:pPr>
            <a:r>
              <a:rPr lang="vi-VN"/>
              <a:t>Protocol stack và quá trình đóng gói</a:t>
            </a:r>
            <a:endParaRPr lang="en-US"/>
          </a:p>
          <a:p>
            <a:pPr>
              <a:lnSpc>
                <a:spcPct val="150000"/>
              </a:lnSpc>
            </a:pPr>
            <a:endParaRPr lang="en-US" sz="2400"/>
          </a:p>
        </p:txBody>
      </p:sp>
      <p:pic>
        <p:nvPicPr>
          <p:cNvPr id="5" name="Picture 4">
            <a:extLst>
              <a:ext uri="{FF2B5EF4-FFF2-40B4-BE49-F238E27FC236}">
                <a16:creationId xmlns:a16="http://schemas.microsoft.com/office/drawing/2014/main" id="{E1AA3AA6-808A-0AF8-8280-B5EE0898AF08}"/>
              </a:ext>
            </a:extLst>
          </p:cNvPr>
          <p:cNvPicPr>
            <a:picLocks noChangeAspect="1"/>
          </p:cNvPicPr>
          <p:nvPr/>
        </p:nvPicPr>
        <p:blipFill>
          <a:blip r:embed="rId2"/>
          <a:stretch>
            <a:fillRect/>
          </a:stretch>
        </p:blipFill>
        <p:spPr>
          <a:xfrm>
            <a:off x="2457263" y="2476392"/>
            <a:ext cx="7277474" cy="4191215"/>
          </a:xfrm>
          <a:prstGeom prst="rect">
            <a:avLst/>
          </a:prstGeom>
        </p:spPr>
      </p:pic>
    </p:spTree>
    <p:extLst>
      <p:ext uri="{BB962C8B-B14F-4D97-AF65-F5344CB8AC3E}">
        <p14:creationId xmlns:p14="http://schemas.microsoft.com/office/powerpoint/2010/main" val="3827626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69B00-B935-19BF-2B88-56361EB5A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88988-ADB6-9D9F-F6E0-2F6B0F866C2E}"/>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9AC68C4B-42D4-4472-F7AA-1C4078F3EA7C}"/>
              </a:ext>
            </a:extLst>
          </p:cNvPr>
          <p:cNvSpPr>
            <a:spLocks noGrp="1"/>
          </p:cNvSpPr>
          <p:nvPr>
            <p:ph idx="1"/>
          </p:nvPr>
        </p:nvSpPr>
        <p:spPr/>
        <p:txBody>
          <a:bodyPr>
            <a:normAutofit/>
          </a:bodyPr>
          <a:lstStyle/>
          <a:p>
            <a:pPr>
              <a:lnSpc>
                <a:spcPct val="150000"/>
              </a:lnSpc>
            </a:pPr>
            <a:r>
              <a:rPr lang="vi-VN"/>
              <a:t>Protocol stack và quá trình đóng gói</a:t>
            </a:r>
            <a:endParaRPr lang="en-US"/>
          </a:p>
          <a:p>
            <a:pPr>
              <a:lnSpc>
                <a:spcPct val="150000"/>
              </a:lnSpc>
            </a:pPr>
            <a:endParaRPr lang="en-US" sz="2400"/>
          </a:p>
        </p:txBody>
      </p:sp>
      <p:pic>
        <p:nvPicPr>
          <p:cNvPr id="6" name="Picture 5">
            <a:extLst>
              <a:ext uri="{FF2B5EF4-FFF2-40B4-BE49-F238E27FC236}">
                <a16:creationId xmlns:a16="http://schemas.microsoft.com/office/drawing/2014/main" id="{91C0E64B-EF22-A7B0-CCEC-AC35A44DAA9F}"/>
              </a:ext>
            </a:extLst>
          </p:cNvPr>
          <p:cNvPicPr>
            <a:picLocks noChangeAspect="1"/>
          </p:cNvPicPr>
          <p:nvPr/>
        </p:nvPicPr>
        <p:blipFill>
          <a:blip r:embed="rId2"/>
          <a:stretch>
            <a:fillRect/>
          </a:stretch>
        </p:blipFill>
        <p:spPr>
          <a:xfrm>
            <a:off x="2520767" y="2663721"/>
            <a:ext cx="7150467" cy="4045158"/>
          </a:xfrm>
          <a:prstGeom prst="rect">
            <a:avLst/>
          </a:prstGeom>
        </p:spPr>
      </p:pic>
    </p:spTree>
    <p:extLst>
      <p:ext uri="{BB962C8B-B14F-4D97-AF65-F5344CB8AC3E}">
        <p14:creationId xmlns:p14="http://schemas.microsoft.com/office/powerpoint/2010/main" val="823942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7F02-5CB3-F874-58CA-5402B189E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BAA16-E754-D20F-0B6F-3032D9425F91}"/>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5D17CFE0-3896-D41E-8CF9-920F88CA5289}"/>
              </a:ext>
            </a:extLst>
          </p:cNvPr>
          <p:cNvSpPr>
            <a:spLocks noGrp="1"/>
          </p:cNvSpPr>
          <p:nvPr>
            <p:ph idx="1"/>
          </p:nvPr>
        </p:nvSpPr>
        <p:spPr/>
        <p:txBody>
          <a:bodyPr>
            <a:normAutofit/>
          </a:bodyPr>
          <a:lstStyle/>
          <a:p>
            <a:pPr>
              <a:lnSpc>
                <a:spcPct val="150000"/>
              </a:lnSpc>
            </a:pPr>
            <a:r>
              <a:rPr lang="vi-VN"/>
              <a:t>Protocol stack và quá trình đóng gói</a:t>
            </a:r>
            <a:endParaRPr lang="en-US"/>
          </a:p>
          <a:p>
            <a:pPr>
              <a:lnSpc>
                <a:spcPct val="150000"/>
              </a:lnSpc>
            </a:pPr>
            <a:endParaRPr lang="en-US" sz="2400"/>
          </a:p>
        </p:txBody>
      </p:sp>
      <p:pic>
        <p:nvPicPr>
          <p:cNvPr id="5" name="Picture 4">
            <a:extLst>
              <a:ext uri="{FF2B5EF4-FFF2-40B4-BE49-F238E27FC236}">
                <a16:creationId xmlns:a16="http://schemas.microsoft.com/office/drawing/2014/main" id="{3C434DB8-E35E-DA7A-EEF8-561C842A0D94}"/>
              </a:ext>
            </a:extLst>
          </p:cNvPr>
          <p:cNvPicPr>
            <a:picLocks noChangeAspect="1"/>
          </p:cNvPicPr>
          <p:nvPr/>
        </p:nvPicPr>
        <p:blipFill>
          <a:blip r:embed="rId2"/>
          <a:stretch>
            <a:fillRect/>
          </a:stretch>
        </p:blipFill>
        <p:spPr>
          <a:xfrm>
            <a:off x="2628722" y="2838986"/>
            <a:ext cx="6934556" cy="3854648"/>
          </a:xfrm>
          <a:prstGeom prst="rect">
            <a:avLst/>
          </a:prstGeom>
        </p:spPr>
      </p:pic>
    </p:spTree>
    <p:extLst>
      <p:ext uri="{BB962C8B-B14F-4D97-AF65-F5344CB8AC3E}">
        <p14:creationId xmlns:p14="http://schemas.microsoft.com/office/powerpoint/2010/main" val="2565446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F85B4-A0F2-E92E-83BC-D6915F7E62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91CC2-B054-A624-F193-B2DF5CFB27E7}"/>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08C6BA14-FA2F-FCB5-9045-E90B39AF2805}"/>
              </a:ext>
            </a:extLst>
          </p:cNvPr>
          <p:cNvSpPr>
            <a:spLocks noGrp="1"/>
          </p:cNvSpPr>
          <p:nvPr>
            <p:ph idx="1"/>
          </p:nvPr>
        </p:nvSpPr>
        <p:spPr/>
        <p:txBody>
          <a:bodyPr>
            <a:normAutofit/>
          </a:bodyPr>
          <a:lstStyle/>
          <a:p>
            <a:pPr>
              <a:lnSpc>
                <a:spcPct val="150000"/>
              </a:lnSpc>
            </a:pPr>
            <a:r>
              <a:rPr lang="vi-VN"/>
              <a:t>Protocol stack và quá trình đóng gói</a:t>
            </a:r>
            <a:endParaRPr lang="en-US"/>
          </a:p>
          <a:p>
            <a:pPr>
              <a:lnSpc>
                <a:spcPct val="150000"/>
              </a:lnSpc>
            </a:pPr>
            <a:endParaRPr lang="en-US" sz="2400"/>
          </a:p>
        </p:txBody>
      </p:sp>
      <p:pic>
        <p:nvPicPr>
          <p:cNvPr id="6" name="Picture 5">
            <a:extLst>
              <a:ext uri="{FF2B5EF4-FFF2-40B4-BE49-F238E27FC236}">
                <a16:creationId xmlns:a16="http://schemas.microsoft.com/office/drawing/2014/main" id="{539F8045-543C-B6C5-8591-FCCC7F84367D}"/>
              </a:ext>
            </a:extLst>
          </p:cNvPr>
          <p:cNvPicPr>
            <a:picLocks noChangeAspect="1"/>
          </p:cNvPicPr>
          <p:nvPr/>
        </p:nvPicPr>
        <p:blipFill>
          <a:blip r:embed="rId2"/>
          <a:stretch>
            <a:fillRect/>
          </a:stretch>
        </p:blipFill>
        <p:spPr>
          <a:xfrm>
            <a:off x="2362008" y="2642766"/>
            <a:ext cx="7467984" cy="4064209"/>
          </a:xfrm>
          <a:prstGeom prst="rect">
            <a:avLst/>
          </a:prstGeom>
        </p:spPr>
      </p:pic>
    </p:spTree>
    <p:extLst>
      <p:ext uri="{BB962C8B-B14F-4D97-AF65-F5344CB8AC3E}">
        <p14:creationId xmlns:p14="http://schemas.microsoft.com/office/powerpoint/2010/main" val="1596514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D913D-AA3B-83DB-B343-4DC765009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73C73-7F42-F7D1-4236-71C5ED0DBD1C}"/>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99CEF402-6404-332C-DD0C-038D83890B75}"/>
              </a:ext>
            </a:extLst>
          </p:cNvPr>
          <p:cNvSpPr>
            <a:spLocks noGrp="1"/>
          </p:cNvSpPr>
          <p:nvPr>
            <p:ph idx="1"/>
          </p:nvPr>
        </p:nvSpPr>
        <p:spPr/>
        <p:txBody>
          <a:bodyPr>
            <a:normAutofit/>
          </a:bodyPr>
          <a:lstStyle/>
          <a:p>
            <a:pPr>
              <a:lnSpc>
                <a:spcPct val="150000"/>
              </a:lnSpc>
            </a:pPr>
            <a:r>
              <a:rPr lang="vi-VN"/>
              <a:t>Protocol stack và quá trình đóng gói</a:t>
            </a:r>
            <a:endParaRPr lang="en-US"/>
          </a:p>
          <a:p>
            <a:pPr>
              <a:lnSpc>
                <a:spcPct val="150000"/>
              </a:lnSpc>
            </a:pPr>
            <a:endParaRPr lang="en-US" sz="2400"/>
          </a:p>
        </p:txBody>
      </p:sp>
      <p:pic>
        <p:nvPicPr>
          <p:cNvPr id="5" name="Picture 4">
            <a:extLst>
              <a:ext uri="{FF2B5EF4-FFF2-40B4-BE49-F238E27FC236}">
                <a16:creationId xmlns:a16="http://schemas.microsoft.com/office/drawing/2014/main" id="{DE2BB6E9-1BD1-200F-9694-9EBBDFBA951E}"/>
              </a:ext>
            </a:extLst>
          </p:cNvPr>
          <p:cNvPicPr>
            <a:picLocks noChangeAspect="1"/>
          </p:cNvPicPr>
          <p:nvPr/>
        </p:nvPicPr>
        <p:blipFill>
          <a:blip r:embed="rId2"/>
          <a:stretch>
            <a:fillRect/>
          </a:stretch>
        </p:blipFill>
        <p:spPr>
          <a:xfrm>
            <a:off x="2539817" y="2621810"/>
            <a:ext cx="7112366" cy="4083260"/>
          </a:xfrm>
          <a:prstGeom prst="rect">
            <a:avLst/>
          </a:prstGeom>
        </p:spPr>
      </p:pic>
    </p:spTree>
    <p:extLst>
      <p:ext uri="{BB962C8B-B14F-4D97-AF65-F5344CB8AC3E}">
        <p14:creationId xmlns:p14="http://schemas.microsoft.com/office/powerpoint/2010/main" val="2087665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88EC0-C75E-87F6-AC61-4C1B1CC993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4A804E-B7B9-3E70-4BE2-4C591B4AF9B7}"/>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11174921-F5DC-A699-BDDA-B3351168AB74}"/>
              </a:ext>
            </a:extLst>
          </p:cNvPr>
          <p:cNvSpPr>
            <a:spLocks noGrp="1"/>
          </p:cNvSpPr>
          <p:nvPr>
            <p:ph idx="1"/>
          </p:nvPr>
        </p:nvSpPr>
        <p:spPr/>
        <p:txBody>
          <a:bodyPr>
            <a:normAutofit/>
          </a:bodyPr>
          <a:lstStyle/>
          <a:p>
            <a:pPr>
              <a:lnSpc>
                <a:spcPct val="150000"/>
              </a:lnSpc>
            </a:pPr>
            <a:r>
              <a:rPr lang="vi-VN"/>
              <a:t>Protocol stack và quá trình đóng gói</a:t>
            </a:r>
            <a:endParaRPr lang="en-US"/>
          </a:p>
          <a:p>
            <a:pPr>
              <a:lnSpc>
                <a:spcPct val="150000"/>
              </a:lnSpc>
            </a:pPr>
            <a:endParaRPr lang="en-US" sz="2400"/>
          </a:p>
        </p:txBody>
      </p:sp>
      <p:pic>
        <p:nvPicPr>
          <p:cNvPr id="6" name="Picture 5">
            <a:extLst>
              <a:ext uri="{FF2B5EF4-FFF2-40B4-BE49-F238E27FC236}">
                <a16:creationId xmlns:a16="http://schemas.microsoft.com/office/drawing/2014/main" id="{4D3CC035-68AE-D392-85B3-A559C2C55A18}"/>
              </a:ext>
            </a:extLst>
          </p:cNvPr>
          <p:cNvPicPr>
            <a:picLocks noChangeAspect="1"/>
          </p:cNvPicPr>
          <p:nvPr/>
        </p:nvPicPr>
        <p:blipFill>
          <a:blip r:embed="rId2"/>
          <a:stretch>
            <a:fillRect/>
          </a:stretch>
        </p:blipFill>
        <p:spPr>
          <a:xfrm>
            <a:off x="2492190" y="2573549"/>
            <a:ext cx="7207620" cy="4134062"/>
          </a:xfrm>
          <a:prstGeom prst="rect">
            <a:avLst/>
          </a:prstGeom>
        </p:spPr>
      </p:pic>
    </p:spTree>
    <p:extLst>
      <p:ext uri="{BB962C8B-B14F-4D97-AF65-F5344CB8AC3E}">
        <p14:creationId xmlns:p14="http://schemas.microsoft.com/office/powerpoint/2010/main" val="32347577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DC905-2F7B-4744-B43B-306786038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91587-2237-4996-20A0-710FF20D2415}"/>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85D334FC-FB76-67DC-DF7C-BD402FC9FE5F}"/>
              </a:ext>
            </a:extLst>
          </p:cNvPr>
          <p:cNvSpPr>
            <a:spLocks noGrp="1"/>
          </p:cNvSpPr>
          <p:nvPr>
            <p:ph idx="1"/>
          </p:nvPr>
        </p:nvSpPr>
        <p:spPr/>
        <p:txBody>
          <a:bodyPr>
            <a:normAutofit/>
          </a:bodyPr>
          <a:lstStyle/>
          <a:p>
            <a:pPr>
              <a:lnSpc>
                <a:spcPct val="150000"/>
              </a:lnSpc>
            </a:pPr>
            <a:r>
              <a:rPr lang="vi-VN"/>
              <a:t>Protocol stack và quá trình đóng gói</a:t>
            </a:r>
            <a:endParaRPr lang="en-US"/>
          </a:p>
          <a:p>
            <a:pPr>
              <a:lnSpc>
                <a:spcPct val="150000"/>
              </a:lnSpc>
            </a:pPr>
            <a:endParaRPr lang="en-US" sz="2400"/>
          </a:p>
        </p:txBody>
      </p:sp>
      <p:pic>
        <p:nvPicPr>
          <p:cNvPr id="5" name="Picture 4">
            <a:extLst>
              <a:ext uri="{FF2B5EF4-FFF2-40B4-BE49-F238E27FC236}">
                <a16:creationId xmlns:a16="http://schemas.microsoft.com/office/drawing/2014/main" id="{12DCB188-6C97-303C-B5CE-23823AA01706}"/>
              </a:ext>
            </a:extLst>
          </p:cNvPr>
          <p:cNvPicPr>
            <a:picLocks noChangeAspect="1"/>
          </p:cNvPicPr>
          <p:nvPr/>
        </p:nvPicPr>
        <p:blipFill>
          <a:blip r:embed="rId2"/>
          <a:stretch>
            <a:fillRect/>
          </a:stretch>
        </p:blipFill>
        <p:spPr>
          <a:xfrm>
            <a:off x="2596970" y="2985674"/>
            <a:ext cx="6998060" cy="3721291"/>
          </a:xfrm>
          <a:prstGeom prst="rect">
            <a:avLst/>
          </a:prstGeom>
        </p:spPr>
      </p:pic>
    </p:spTree>
    <p:extLst>
      <p:ext uri="{BB962C8B-B14F-4D97-AF65-F5344CB8AC3E}">
        <p14:creationId xmlns:p14="http://schemas.microsoft.com/office/powerpoint/2010/main" val="18871976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8C517-A976-308A-93B7-6CD9FB1C4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7703A-5D68-8072-0E1C-043AA065A4F2}"/>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45C7409F-B644-3D2B-1546-91CDDAE539D0}"/>
              </a:ext>
            </a:extLst>
          </p:cNvPr>
          <p:cNvSpPr>
            <a:spLocks noGrp="1"/>
          </p:cNvSpPr>
          <p:nvPr>
            <p:ph idx="1"/>
          </p:nvPr>
        </p:nvSpPr>
        <p:spPr/>
        <p:txBody>
          <a:bodyPr>
            <a:normAutofit/>
          </a:bodyPr>
          <a:lstStyle/>
          <a:p>
            <a:pPr>
              <a:lnSpc>
                <a:spcPct val="150000"/>
              </a:lnSpc>
            </a:pPr>
            <a:r>
              <a:rPr lang="vi-VN"/>
              <a:t>Protocol stack và quá trình đóng gói</a:t>
            </a:r>
            <a:endParaRPr lang="en-US"/>
          </a:p>
          <a:p>
            <a:pPr>
              <a:lnSpc>
                <a:spcPct val="150000"/>
              </a:lnSpc>
            </a:pPr>
            <a:endParaRPr lang="en-US" sz="2400"/>
          </a:p>
        </p:txBody>
      </p:sp>
      <p:pic>
        <p:nvPicPr>
          <p:cNvPr id="6" name="Picture 5">
            <a:extLst>
              <a:ext uri="{FF2B5EF4-FFF2-40B4-BE49-F238E27FC236}">
                <a16:creationId xmlns:a16="http://schemas.microsoft.com/office/drawing/2014/main" id="{EBBCC54F-CCED-B141-C08D-C85020CBB60D}"/>
              </a:ext>
            </a:extLst>
          </p:cNvPr>
          <p:cNvPicPr>
            <a:picLocks noChangeAspect="1"/>
          </p:cNvPicPr>
          <p:nvPr/>
        </p:nvPicPr>
        <p:blipFill>
          <a:blip r:embed="rId2"/>
          <a:stretch>
            <a:fillRect/>
          </a:stretch>
        </p:blipFill>
        <p:spPr>
          <a:xfrm>
            <a:off x="2606496" y="2913282"/>
            <a:ext cx="6979009" cy="3797495"/>
          </a:xfrm>
          <a:prstGeom prst="rect">
            <a:avLst/>
          </a:prstGeom>
        </p:spPr>
      </p:pic>
    </p:spTree>
    <p:extLst>
      <p:ext uri="{BB962C8B-B14F-4D97-AF65-F5344CB8AC3E}">
        <p14:creationId xmlns:p14="http://schemas.microsoft.com/office/powerpoint/2010/main" val="2394967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A22DB-5DE0-44EA-FE06-85659A4EB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12EF4-52DD-65CE-3A6C-B5D148A15775}"/>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D7026566-5C31-6FE2-9A4F-EFD0C0E06BBC}"/>
              </a:ext>
            </a:extLst>
          </p:cNvPr>
          <p:cNvSpPr>
            <a:spLocks noGrp="1"/>
          </p:cNvSpPr>
          <p:nvPr>
            <p:ph idx="1"/>
          </p:nvPr>
        </p:nvSpPr>
        <p:spPr/>
        <p:txBody>
          <a:bodyPr>
            <a:normAutofit/>
          </a:bodyPr>
          <a:lstStyle/>
          <a:p>
            <a:pPr>
              <a:lnSpc>
                <a:spcPct val="150000"/>
              </a:lnSpc>
            </a:pPr>
            <a:r>
              <a:rPr lang="vi-VN"/>
              <a:t>Protocol stack và quá trình đóng gói</a:t>
            </a:r>
            <a:endParaRPr lang="en-US"/>
          </a:p>
          <a:p>
            <a:pPr>
              <a:lnSpc>
                <a:spcPct val="150000"/>
              </a:lnSpc>
            </a:pPr>
            <a:endParaRPr lang="en-US" sz="2400"/>
          </a:p>
        </p:txBody>
      </p:sp>
      <p:pic>
        <p:nvPicPr>
          <p:cNvPr id="5" name="Picture 4">
            <a:extLst>
              <a:ext uri="{FF2B5EF4-FFF2-40B4-BE49-F238E27FC236}">
                <a16:creationId xmlns:a16="http://schemas.microsoft.com/office/drawing/2014/main" id="{A38AC34A-6D1E-878A-BEDE-0FF87E8CD0DE}"/>
              </a:ext>
            </a:extLst>
          </p:cNvPr>
          <p:cNvPicPr>
            <a:picLocks noChangeAspect="1"/>
          </p:cNvPicPr>
          <p:nvPr/>
        </p:nvPicPr>
        <p:blipFill>
          <a:blip r:embed="rId2"/>
          <a:stretch>
            <a:fillRect/>
          </a:stretch>
        </p:blipFill>
        <p:spPr>
          <a:xfrm>
            <a:off x="2568393" y="2802154"/>
            <a:ext cx="7055213" cy="3905451"/>
          </a:xfrm>
          <a:prstGeom prst="rect">
            <a:avLst/>
          </a:prstGeom>
        </p:spPr>
      </p:pic>
    </p:spTree>
    <p:extLst>
      <p:ext uri="{BB962C8B-B14F-4D97-AF65-F5344CB8AC3E}">
        <p14:creationId xmlns:p14="http://schemas.microsoft.com/office/powerpoint/2010/main" val="832086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783A4-60BA-1E27-0850-C0A2CAAF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A739-4E28-70E7-28F9-4498E7581813}"/>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4E1E94F7-4681-7124-F483-FCE959B40C71}"/>
              </a:ext>
            </a:extLst>
          </p:cNvPr>
          <p:cNvSpPr>
            <a:spLocks noGrp="1"/>
          </p:cNvSpPr>
          <p:nvPr>
            <p:ph idx="1"/>
          </p:nvPr>
        </p:nvSpPr>
        <p:spPr/>
        <p:txBody>
          <a:bodyPr>
            <a:normAutofit/>
          </a:bodyPr>
          <a:lstStyle/>
          <a:p>
            <a:pPr>
              <a:lnSpc>
                <a:spcPct val="150000"/>
              </a:lnSpc>
            </a:pPr>
            <a:r>
              <a:rPr lang="vi-VN"/>
              <a:t>Protocol stack và quá trình đóng gói</a:t>
            </a:r>
            <a:endParaRPr lang="en-US"/>
          </a:p>
          <a:p>
            <a:pPr>
              <a:lnSpc>
                <a:spcPct val="150000"/>
              </a:lnSpc>
            </a:pPr>
            <a:endParaRPr lang="en-US" sz="2400"/>
          </a:p>
        </p:txBody>
      </p:sp>
      <p:pic>
        <p:nvPicPr>
          <p:cNvPr id="6" name="Picture 5">
            <a:extLst>
              <a:ext uri="{FF2B5EF4-FFF2-40B4-BE49-F238E27FC236}">
                <a16:creationId xmlns:a16="http://schemas.microsoft.com/office/drawing/2014/main" id="{DE180D21-EF84-4B5F-69B0-0C45C4920E03}"/>
              </a:ext>
            </a:extLst>
          </p:cNvPr>
          <p:cNvPicPr>
            <a:picLocks noChangeAspect="1"/>
          </p:cNvPicPr>
          <p:nvPr/>
        </p:nvPicPr>
        <p:blipFill>
          <a:blip r:embed="rId2"/>
          <a:stretch>
            <a:fillRect/>
          </a:stretch>
        </p:blipFill>
        <p:spPr>
          <a:xfrm>
            <a:off x="2628722" y="2932333"/>
            <a:ext cx="6934556" cy="3759393"/>
          </a:xfrm>
          <a:prstGeom prst="rect">
            <a:avLst/>
          </a:prstGeom>
        </p:spPr>
      </p:pic>
    </p:spTree>
    <p:extLst>
      <p:ext uri="{BB962C8B-B14F-4D97-AF65-F5344CB8AC3E}">
        <p14:creationId xmlns:p14="http://schemas.microsoft.com/office/powerpoint/2010/main" val="15257769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00697-D450-817B-1BCA-E7E6915BD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F816F-AD6A-EA75-D453-D1A98BDF4306}"/>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087D794F-B18E-E8CA-7090-F428B86F2621}"/>
              </a:ext>
            </a:extLst>
          </p:cNvPr>
          <p:cNvSpPr>
            <a:spLocks noGrp="1"/>
          </p:cNvSpPr>
          <p:nvPr>
            <p:ph idx="1"/>
          </p:nvPr>
        </p:nvSpPr>
        <p:spPr/>
        <p:txBody>
          <a:bodyPr>
            <a:normAutofit/>
          </a:bodyPr>
          <a:lstStyle/>
          <a:p>
            <a:pPr>
              <a:lnSpc>
                <a:spcPct val="150000"/>
              </a:lnSpc>
            </a:pPr>
            <a:r>
              <a:rPr lang="en-US"/>
              <a:t>Địa chỉ IP (Internet Protocol Address)</a:t>
            </a:r>
          </a:p>
          <a:p>
            <a:pPr lvl="1">
              <a:lnSpc>
                <a:spcPct val="150000"/>
              </a:lnSpc>
            </a:pPr>
            <a:r>
              <a:rPr lang="vi-VN" sz="2600"/>
              <a:t>Định nghĩa: Là một nhãn số duy nhất được gán cho mỗi thiết bị tham gia vào mạng máy tính.</a:t>
            </a:r>
            <a:endParaRPr lang="en-US" sz="2600"/>
          </a:p>
          <a:p>
            <a:pPr lvl="1">
              <a:lnSpc>
                <a:spcPct val="150000"/>
              </a:lnSpc>
            </a:pPr>
            <a:r>
              <a:rPr lang="vi-VN" sz="2600"/>
              <a:t>Mục đích:</a:t>
            </a:r>
            <a:endParaRPr lang="en-US" sz="2600"/>
          </a:p>
          <a:p>
            <a:pPr lvl="2">
              <a:lnSpc>
                <a:spcPct val="150000"/>
              </a:lnSpc>
            </a:pPr>
            <a:r>
              <a:rPr lang="vi-VN" sz="2400"/>
              <a:t>Định danh (Identification): Xác định duy nhất một thiết bị.</a:t>
            </a:r>
            <a:endParaRPr lang="en-US" sz="2400"/>
          </a:p>
          <a:p>
            <a:pPr lvl="2">
              <a:lnSpc>
                <a:spcPct val="150000"/>
              </a:lnSpc>
            </a:pPr>
            <a:r>
              <a:rPr lang="vi-VN" sz="2400"/>
              <a:t>Định vị (Location): Giúp gửi dữ liệu đến đúng nơi.</a:t>
            </a:r>
            <a:endParaRPr lang="en-US" sz="2400"/>
          </a:p>
          <a:p>
            <a:pPr>
              <a:lnSpc>
                <a:spcPct val="150000"/>
              </a:lnSpc>
            </a:pPr>
            <a:endParaRPr lang="en-US" sz="2400"/>
          </a:p>
        </p:txBody>
      </p:sp>
    </p:spTree>
    <p:extLst>
      <p:ext uri="{BB962C8B-B14F-4D97-AF65-F5344CB8AC3E}">
        <p14:creationId xmlns:p14="http://schemas.microsoft.com/office/powerpoint/2010/main" val="35477709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852C1-07D0-BFC7-53F0-08E5D3BF2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B4512-6254-4D08-D932-74605FF30592}"/>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753C36AD-5BE8-F763-A009-7200F25B60C2}"/>
              </a:ext>
            </a:extLst>
          </p:cNvPr>
          <p:cNvSpPr>
            <a:spLocks noGrp="1"/>
          </p:cNvSpPr>
          <p:nvPr>
            <p:ph idx="1"/>
          </p:nvPr>
        </p:nvSpPr>
        <p:spPr/>
        <p:txBody>
          <a:bodyPr>
            <a:normAutofit fontScale="92500" lnSpcReduction="10000"/>
          </a:bodyPr>
          <a:lstStyle/>
          <a:p>
            <a:pPr>
              <a:lnSpc>
                <a:spcPct val="150000"/>
              </a:lnSpc>
            </a:pPr>
            <a:r>
              <a:rPr lang="vi-VN"/>
              <a:t>IPv4 (Internet Protocol version 4):</a:t>
            </a:r>
            <a:endParaRPr lang="en-US"/>
          </a:p>
          <a:p>
            <a:pPr lvl="1">
              <a:lnSpc>
                <a:spcPct val="150000"/>
              </a:lnSpc>
            </a:pPr>
            <a:r>
              <a:rPr lang="vi-VN" sz="2600"/>
              <a:t>Định dạng: 32-bit (ví dụ: 192.168.1.1).</a:t>
            </a:r>
            <a:endParaRPr lang="en-US" sz="2600"/>
          </a:p>
          <a:p>
            <a:pPr lvl="1">
              <a:lnSpc>
                <a:spcPct val="150000"/>
              </a:lnSpc>
            </a:pPr>
            <a:r>
              <a:rPr lang="vi-VN" sz="2600"/>
              <a:t>Số lượng địa chỉ: Khoảng 4.3 tỷ (đã cạn kiệt).</a:t>
            </a:r>
            <a:endParaRPr lang="en-US" sz="2600"/>
          </a:p>
          <a:p>
            <a:pPr>
              <a:lnSpc>
                <a:spcPct val="150000"/>
              </a:lnSpc>
            </a:pPr>
            <a:r>
              <a:rPr lang="vi-VN"/>
              <a:t>IPv6 (Internet Protocol version 6):</a:t>
            </a:r>
            <a:endParaRPr lang="en-US"/>
          </a:p>
          <a:p>
            <a:pPr lvl="1">
              <a:lnSpc>
                <a:spcPct val="150000"/>
              </a:lnSpc>
            </a:pPr>
            <a:r>
              <a:rPr lang="vi-VN" sz="2600"/>
              <a:t>Định dạng: 128-bit (ví dụ: 2001:0db8:85a3:...).</a:t>
            </a:r>
            <a:endParaRPr lang="en-US" sz="2600"/>
          </a:p>
          <a:p>
            <a:pPr lvl="1">
              <a:lnSpc>
                <a:spcPct val="150000"/>
              </a:lnSpc>
            </a:pPr>
            <a:r>
              <a:rPr lang="vi-VN" sz="2600"/>
              <a:t>Số lượng địa chỉ: Hầu như không giới hạn (2</a:t>
            </a:r>
            <a:r>
              <a:rPr lang="vi-VN" sz="2600" baseline="30000"/>
              <a:t>128</a:t>
            </a:r>
            <a:r>
              <a:rPr lang="vi-VN" sz="2600"/>
              <a:t> ).</a:t>
            </a:r>
            <a:endParaRPr lang="en-US" sz="2600"/>
          </a:p>
          <a:p>
            <a:pPr lvl="1">
              <a:lnSpc>
                <a:spcPct val="150000"/>
              </a:lnSpc>
            </a:pPr>
            <a:r>
              <a:rPr lang="vi-VN" sz="2600"/>
              <a:t>Ưu điểm: Hỗ trợ nhiều địa chỉ hơn, bảo mật tốt hơn.</a:t>
            </a:r>
            <a:endParaRPr lang="en-US" sz="2600"/>
          </a:p>
          <a:p>
            <a:pPr>
              <a:lnSpc>
                <a:spcPct val="150000"/>
              </a:lnSpc>
            </a:pPr>
            <a:endParaRPr lang="en-US" sz="2400"/>
          </a:p>
        </p:txBody>
      </p:sp>
    </p:spTree>
    <p:extLst>
      <p:ext uri="{BB962C8B-B14F-4D97-AF65-F5344CB8AC3E}">
        <p14:creationId xmlns:p14="http://schemas.microsoft.com/office/powerpoint/2010/main" val="2674638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DDBDE-BB50-C1F6-F52A-79A688DFA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C3111-8FCC-902B-DA2A-2E58B0C1FAEE}"/>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288B90A4-9328-A471-6BDF-FBEAA1ACAFD1}"/>
              </a:ext>
            </a:extLst>
          </p:cNvPr>
          <p:cNvSpPr>
            <a:spLocks noGrp="1"/>
          </p:cNvSpPr>
          <p:nvPr>
            <p:ph idx="1"/>
          </p:nvPr>
        </p:nvSpPr>
        <p:spPr/>
        <p:txBody>
          <a:bodyPr>
            <a:normAutofit/>
          </a:bodyPr>
          <a:lstStyle/>
          <a:p>
            <a:pPr>
              <a:lnSpc>
                <a:spcPct val="150000"/>
              </a:lnSpc>
            </a:pPr>
            <a:r>
              <a:rPr lang="vi-VN"/>
              <a:t>Cổng (Port)</a:t>
            </a:r>
            <a:endParaRPr lang="en-US"/>
          </a:p>
          <a:p>
            <a:pPr lvl="1">
              <a:lnSpc>
                <a:spcPct val="150000"/>
              </a:lnSpc>
            </a:pPr>
            <a:r>
              <a:rPr lang="en-US" sz="2600"/>
              <a:t>Định nghĩa: Là một số nguyên 16-bit (0-65535) dùng để định danh một ứng dụng/dịch vụ cụ thể trên một thiết bị có địa chỉ IP.</a:t>
            </a:r>
          </a:p>
          <a:p>
            <a:pPr lvl="1">
              <a:lnSpc>
                <a:spcPct val="150000"/>
              </a:lnSpc>
            </a:pPr>
            <a:r>
              <a:rPr lang="en-US" sz="2600"/>
              <a:t>Mục đích: Cho phép nhiều ứng dụng trên cùng một máy tính nhận và gửi dữ liệu độc lập.</a:t>
            </a:r>
          </a:p>
          <a:p>
            <a:pPr>
              <a:lnSpc>
                <a:spcPct val="150000"/>
              </a:lnSpc>
            </a:pPr>
            <a:endParaRPr lang="en-US" sz="2400"/>
          </a:p>
        </p:txBody>
      </p:sp>
    </p:spTree>
    <p:extLst>
      <p:ext uri="{BB962C8B-B14F-4D97-AF65-F5344CB8AC3E}">
        <p14:creationId xmlns:p14="http://schemas.microsoft.com/office/powerpoint/2010/main" val="1244581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02F29-35B2-E6B1-2389-36C8F2BC9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017E5-4B82-41AB-4758-95EF6A18E9FD}"/>
              </a:ext>
            </a:extLst>
          </p:cNvPr>
          <p:cNvSpPr>
            <a:spLocks noGrp="1"/>
          </p:cNvSpPr>
          <p:nvPr>
            <p:ph type="title"/>
          </p:nvPr>
        </p:nvSpPr>
        <p:spPr/>
        <p:txBody>
          <a:bodyPr/>
          <a:lstStyle/>
          <a:p>
            <a:r>
              <a:rPr lang="en-US"/>
              <a:t>CÁC KHÁI NIỆM CĂN BẢN</a:t>
            </a:r>
          </a:p>
        </p:txBody>
      </p:sp>
      <p:sp>
        <p:nvSpPr>
          <p:cNvPr id="3" name="Content Placeholder 2">
            <a:extLst>
              <a:ext uri="{FF2B5EF4-FFF2-40B4-BE49-F238E27FC236}">
                <a16:creationId xmlns:a16="http://schemas.microsoft.com/office/drawing/2014/main" id="{9F3F7583-BE75-09D5-F896-8093A3DD5F8C}"/>
              </a:ext>
            </a:extLst>
          </p:cNvPr>
          <p:cNvSpPr>
            <a:spLocks noGrp="1"/>
          </p:cNvSpPr>
          <p:nvPr>
            <p:ph idx="1"/>
          </p:nvPr>
        </p:nvSpPr>
        <p:spPr/>
        <p:txBody>
          <a:bodyPr>
            <a:normAutofit/>
          </a:bodyPr>
          <a:lstStyle/>
          <a:p>
            <a:pPr>
              <a:lnSpc>
                <a:spcPct val="150000"/>
              </a:lnSpc>
            </a:pPr>
            <a:r>
              <a:rPr lang="vi-VN"/>
              <a:t>Cổng (Port)</a:t>
            </a:r>
            <a:endParaRPr lang="en-US"/>
          </a:p>
          <a:p>
            <a:pPr lvl="1">
              <a:lnSpc>
                <a:spcPct val="150000"/>
              </a:lnSpc>
            </a:pPr>
            <a:r>
              <a:rPr lang="en-US" sz="2600"/>
              <a:t>Phân loại:</a:t>
            </a:r>
          </a:p>
          <a:p>
            <a:pPr lvl="2">
              <a:lnSpc>
                <a:spcPct val="150000"/>
              </a:lnSpc>
            </a:pPr>
            <a:r>
              <a:rPr lang="en-US" sz="2400"/>
              <a:t>Well-known Ports (0-1023): HTTP (80), HTTPS (443), FTP (21), SSH (22).</a:t>
            </a:r>
          </a:p>
          <a:p>
            <a:pPr lvl="2">
              <a:lnSpc>
                <a:spcPct val="150000"/>
              </a:lnSpc>
            </a:pPr>
            <a:r>
              <a:rPr lang="en-US" sz="2400"/>
              <a:t>Registered Ports (1024-49151).</a:t>
            </a:r>
          </a:p>
          <a:p>
            <a:pPr lvl="2">
              <a:lnSpc>
                <a:spcPct val="150000"/>
              </a:lnSpc>
            </a:pPr>
            <a:r>
              <a:rPr lang="en-US" sz="2400"/>
              <a:t>Dynamic/Private Ports (49152-65535).</a:t>
            </a:r>
          </a:p>
        </p:txBody>
      </p:sp>
    </p:spTree>
    <p:extLst>
      <p:ext uri="{BB962C8B-B14F-4D97-AF65-F5344CB8AC3E}">
        <p14:creationId xmlns:p14="http://schemas.microsoft.com/office/powerpoint/2010/main" val="42355078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E9D7D-E8A8-583C-82F7-F6FA9EC74E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D344DA-1E89-BEAB-E409-D788A57F3841}"/>
              </a:ext>
            </a:extLst>
          </p:cNvPr>
          <p:cNvSpPr>
            <a:spLocks noGrp="1"/>
          </p:cNvSpPr>
          <p:nvPr>
            <p:ph sz="half" idx="1"/>
          </p:nvPr>
        </p:nvSpPr>
        <p:spPr/>
        <p:txBody>
          <a:bodyPr>
            <a:normAutofit/>
          </a:bodyPr>
          <a:lstStyle/>
          <a:p>
            <a:pPr>
              <a:lnSpc>
                <a:spcPct val="150000"/>
              </a:lnSpc>
            </a:pPr>
            <a:r>
              <a:rPr lang="vi-VN"/>
              <a:t>Chuyển mạch: mạch chuyên dụng: mạng điện thoại</a:t>
            </a:r>
          </a:p>
          <a:p>
            <a:pPr>
              <a:lnSpc>
                <a:spcPct val="150000"/>
              </a:lnSpc>
            </a:pPr>
            <a:r>
              <a:rPr lang="vi-VN"/>
              <a:t>Chuyển gói: dữ liệu truyền qua mạng với các gói rời rạc -“chunks”</a:t>
            </a:r>
          </a:p>
          <a:p>
            <a:pPr>
              <a:lnSpc>
                <a:spcPct val="150000"/>
              </a:lnSpc>
            </a:pPr>
            <a:endParaRPr lang="en-US"/>
          </a:p>
          <a:p>
            <a:pPr>
              <a:lnSpc>
                <a:spcPct val="150000"/>
              </a:lnSpc>
            </a:pPr>
            <a:endParaRPr lang="en-US"/>
          </a:p>
        </p:txBody>
      </p:sp>
      <p:sp>
        <p:nvSpPr>
          <p:cNvPr id="2" name="Title 1">
            <a:extLst>
              <a:ext uri="{FF2B5EF4-FFF2-40B4-BE49-F238E27FC236}">
                <a16:creationId xmlns:a16="http://schemas.microsoft.com/office/drawing/2014/main" id="{C4402776-8E69-3DAC-6EA4-4FE6CB83E01D}"/>
              </a:ext>
            </a:extLst>
          </p:cNvPr>
          <p:cNvSpPr>
            <a:spLocks noGrp="1"/>
          </p:cNvSpPr>
          <p:nvPr>
            <p:ph type="title"/>
          </p:nvPr>
        </p:nvSpPr>
        <p:spPr/>
        <p:txBody>
          <a:bodyPr/>
          <a:lstStyle/>
          <a:p>
            <a:r>
              <a:rPr lang="en-US"/>
              <a:t>MÔ HÌNH TRUYỀN THÔNG</a:t>
            </a:r>
          </a:p>
        </p:txBody>
      </p:sp>
      <p:sp>
        <p:nvSpPr>
          <p:cNvPr id="7" name="Freeform 708">
            <a:extLst>
              <a:ext uri="{FF2B5EF4-FFF2-40B4-BE49-F238E27FC236}">
                <a16:creationId xmlns:a16="http://schemas.microsoft.com/office/drawing/2014/main" id="{9A9B0A1B-EA5F-8450-407E-289032796345}"/>
              </a:ext>
            </a:extLst>
          </p:cNvPr>
          <p:cNvSpPr>
            <a:spLocks/>
          </p:cNvSpPr>
          <p:nvPr/>
        </p:nvSpPr>
        <p:spPr bwMode="auto">
          <a:xfrm>
            <a:off x="8963660" y="2193925"/>
            <a:ext cx="1798638" cy="1674813"/>
          </a:xfrm>
          <a:custGeom>
            <a:avLst/>
            <a:gdLst>
              <a:gd name="T0" fmla="*/ 2147483646 w 1292"/>
              <a:gd name="T1" fmla="*/ 2147483646 h 1255"/>
              <a:gd name="T2" fmla="*/ 2147483646 w 1292"/>
              <a:gd name="T3" fmla="*/ 2147483646 h 1255"/>
              <a:gd name="T4" fmla="*/ 2147483646 w 1292"/>
              <a:gd name="T5" fmla="*/ 2147483646 h 1255"/>
              <a:gd name="T6" fmla="*/ 2147483646 w 1292"/>
              <a:gd name="T7" fmla="*/ 2147483646 h 1255"/>
              <a:gd name="T8" fmla="*/ 2147483646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2147483646 h 1255"/>
              <a:gd name="T18" fmla="*/ 2147483646 w 1292"/>
              <a:gd name="T19" fmla="*/ 2147483646 h 1255"/>
              <a:gd name="T20" fmla="*/ 2147483646 w 1292"/>
              <a:gd name="T21" fmla="*/ 2147483646 h 1255"/>
              <a:gd name="T22" fmla="*/ 2147483646 w 1292"/>
              <a:gd name="T23" fmla="*/ 2147483646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 name="Freeform 709">
            <a:extLst>
              <a:ext uri="{FF2B5EF4-FFF2-40B4-BE49-F238E27FC236}">
                <a16:creationId xmlns:a16="http://schemas.microsoft.com/office/drawing/2014/main" id="{E0210822-63DA-4B09-524F-978C5A32AF52}"/>
              </a:ext>
            </a:extLst>
          </p:cNvPr>
          <p:cNvSpPr>
            <a:spLocks/>
          </p:cNvSpPr>
          <p:nvPr/>
        </p:nvSpPr>
        <p:spPr bwMode="auto">
          <a:xfrm>
            <a:off x="7084060" y="2051050"/>
            <a:ext cx="1866900" cy="1589088"/>
          </a:xfrm>
          <a:custGeom>
            <a:avLst/>
            <a:gdLst>
              <a:gd name="T0" fmla="*/ 2147483646 w 1340"/>
              <a:gd name="T1" fmla="*/ 2147483646 h 1191"/>
              <a:gd name="T2" fmla="*/ 2147483646 w 1340"/>
              <a:gd name="T3" fmla="*/ 2147483646 h 1191"/>
              <a:gd name="T4" fmla="*/ 2147483646 w 1340"/>
              <a:gd name="T5" fmla="*/ 2147483646 h 1191"/>
              <a:gd name="T6" fmla="*/ 2147483646 w 1340"/>
              <a:gd name="T7" fmla="*/ 2147483646 h 1191"/>
              <a:gd name="T8" fmla="*/ 2147483646 w 1340"/>
              <a:gd name="T9" fmla="*/ 2147483646 h 1191"/>
              <a:gd name="T10" fmla="*/ 2147483646 w 1340"/>
              <a:gd name="T11" fmla="*/ 2147483646 h 1191"/>
              <a:gd name="T12" fmla="*/ 2147483646 w 1340"/>
              <a:gd name="T13" fmla="*/ 2147483646 h 1191"/>
              <a:gd name="T14" fmla="*/ 2147483646 w 1340"/>
              <a:gd name="T15" fmla="*/ 2147483646 h 1191"/>
              <a:gd name="T16" fmla="*/ 2147483646 w 1340"/>
              <a:gd name="T17" fmla="*/ 2147483646 h 1191"/>
              <a:gd name="T18" fmla="*/ 2147483646 w 1340"/>
              <a:gd name="T19" fmla="*/ 2147483646 h 1191"/>
              <a:gd name="T20" fmla="*/ 2147483646 w 1340"/>
              <a:gd name="T21" fmla="*/ 2147483646 h 1191"/>
              <a:gd name="T22" fmla="*/ 2147483646 w 1340"/>
              <a:gd name="T23" fmla="*/ 2147483646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0"/>
              <a:gd name="T37" fmla="*/ 0 h 1191"/>
              <a:gd name="T38" fmla="*/ 1340 w 1340"/>
              <a:gd name="T39" fmla="*/ 1191 h 11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 name="Freeform 710">
            <a:extLst>
              <a:ext uri="{FF2B5EF4-FFF2-40B4-BE49-F238E27FC236}">
                <a16:creationId xmlns:a16="http://schemas.microsoft.com/office/drawing/2014/main" id="{BF00A949-DE49-293B-121E-E4B0D9DF98A7}"/>
              </a:ext>
            </a:extLst>
          </p:cNvPr>
          <p:cNvSpPr>
            <a:spLocks/>
          </p:cNvSpPr>
          <p:nvPr/>
        </p:nvSpPr>
        <p:spPr bwMode="auto">
          <a:xfrm>
            <a:off x="7452360" y="3502025"/>
            <a:ext cx="2974975" cy="2219325"/>
          </a:xfrm>
          <a:custGeom>
            <a:avLst/>
            <a:gdLst>
              <a:gd name="T0" fmla="*/ 2147483646 w 2135"/>
              <a:gd name="T1" fmla="*/ 2147483646 h 1662"/>
              <a:gd name="T2" fmla="*/ 2147483646 w 2135"/>
              <a:gd name="T3" fmla="*/ 2147483646 h 1662"/>
              <a:gd name="T4" fmla="*/ 2147483646 w 2135"/>
              <a:gd name="T5" fmla="*/ 2147483646 h 1662"/>
              <a:gd name="T6" fmla="*/ 2147483646 w 2135"/>
              <a:gd name="T7" fmla="*/ 2147483646 h 1662"/>
              <a:gd name="T8" fmla="*/ 2147483646 w 2135"/>
              <a:gd name="T9" fmla="*/ 214748364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2147483646 w 2135"/>
              <a:gd name="T19" fmla="*/ 2147483646 h 1662"/>
              <a:gd name="T20" fmla="*/ 2147483646 w 2135"/>
              <a:gd name="T21" fmla="*/ 214748364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0" name="Group 711">
            <a:extLst>
              <a:ext uri="{FF2B5EF4-FFF2-40B4-BE49-F238E27FC236}">
                <a16:creationId xmlns:a16="http://schemas.microsoft.com/office/drawing/2014/main" id="{A2E89639-0139-F909-6CC2-C268E4A72098}"/>
              </a:ext>
            </a:extLst>
          </p:cNvPr>
          <p:cNvGrpSpPr>
            <a:grpSpLocks/>
          </p:cNvGrpSpPr>
          <p:nvPr/>
        </p:nvGrpSpPr>
        <p:grpSpPr bwMode="auto">
          <a:xfrm>
            <a:off x="7201535" y="2185988"/>
            <a:ext cx="733425" cy="319087"/>
            <a:chOff x="3552" y="246"/>
            <a:chExt cx="527" cy="248"/>
          </a:xfrm>
        </p:grpSpPr>
        <p:graphicFrame>
          <p:nvGraphicFramePr>
            <p:cNvPr id="11" name="Object 75">
              <a:extLst>
                <a:ext uri="{FF2B5EF4-FFF2-40B4-BE49-F238E27FC236}">
                  <a16:creationId xmlns:a16="http://schemas.microsoft.com/office/drawing/2014/main" id="{E3B8A2D3-375C-5148-518B-E1051A020E30}"/>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38127" name="Object 75">
                          <a:extLst>
                            <a:ext uri="{FF2B5EF4-FFF2-40B4-BE49-F238E27FC236}">
                              <a16:creationId xmlns:a16="http://schemas.microsoft.com/office/drawing/2014/main" id="{A5CDFBD2-AFFA-A4D1-A712-4695B47760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76">
              <a:extLst>
                <a:ext uri="{FF2B5EF4-FFF2-40B4-BE49-F238E27FC236}">
                  <a16:creationId xmlns:a16="http://schemas.microsoft.com/office/drawing/2014/main" id="{93747A8B-DC7D-9AA2-4FC0-B0999BF4C391}"/>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4" imgW="681706" imgH="480401" progId="MS_ClipArt_Gallery.2">
                    <p:embed/>
                  </p:oleObj>
                </mc:Choice>
                <mc:Fallback>
                  <p:oleObj name="Clip" r:id="rId4" imgW="681706" imgH="480401" progId="MS_ClipArt_Gallery.2">
                    <p:embed/>
                    <p:pic>
                      <p:nvPicPr>
                        <p:cNvPr id="38128" name="Object 76">
                          <a:extLst>
                            <a:ext uri="{FF2B5EF4-FFF2-40B4-BE49-F238E27FC236}">
                              <a16:creationId xmlns:a16="http://schemas.microsoft.com/office/drawing/2014/main" id="{CAD1B8BA-41BB-272F-480D-1A1B82BFC7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Line 714">
              <a:extLst>
                <a:ext uri="{FF2B5EF4-FFF2-40B4-BE49-F238E27FC236}">
                  <a16:creationId xmlns:a16="http://schemas.microsoft.com/office/drawing/2014/main" id="{383A2E50-FB7A-9301-EE2B-7AEF85957BE6}"/>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4" name="Group 715">
            <a:extLst>
              <a:ext uri="{FF2B5EF4-FFF2-40B4-BE49-F238E27FC236}">
                <a16:creationId xmlns:a16="http://schemas.microsoft.com/office/drawing/2014/main" id="{DEC1EA1A-C7BC-EF41-5C2F-770B495B498B}"/>
              </a:ext>
            </a:extLst>
          </p:cNvPr>
          <p:cNvGrpSpPr>
            <a:grpSpLocks/>
          </p:cNvGrpSpPr>
          <p:nvPr/>
        </p:nvGrpSpPr>
        <p:grpSpPr bwMode="auto">
          <a:xfrm>
            <a:off x="7201535" y="2781300"/>
            <a:ext cx="733425" cy="319088"/>
            <a:chOff x="3552" y="246"/>
            <a:chExt cx="527" cy="248"/>
          </a:xfrm>
        </p:grpSpPr>
        <p:graphicFrame>
          <p:nvGraphicFramePr>
            <p:cNvPr id="15" name="Object 73">
              <a:extLst>
                <a:ext uri="{FF2B5EF4-FFF2-40B4-BE49-F238E27FC236}">
                  <a16:creationId xmlns:a16="http://schemas.microsoft.com/office/drawing/2014/main" id="{B573C8B0-4ACE-873C-31F3-8B4B7074FE4B}"/>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38124" name="Object 73">
                          <a:extLst>
                            <a:ext uri="{FF2B5EF4-FFF2-40B4-BE49-F238E27FC236}">
                              <a16:creationId xmlns:a16="http://schemas.microsoft.com/office/drawing/2014/main" id="{BF8AC87A-24E4-BCAC-D4A3-E7104647E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74">
              <a:extLst>
                <a:ext uri="{FF2B5EF4-FFF2-40B4-BE49-F238E27FC236}">
                  <a16:creationId xmlns:a16="http://schemas.microsoft.com/office/drawing/2014/main" id="{EEBE7FC9-0C6E-2C74-3782-3880F4708B99}"/>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7" imgW="681706" imgH="480401" progId="MS_ClipArt_Gallery.2">
                    <p:embed/>
                  </p:oleObj>
                </mc:Choice>
                <mc:Fallback>
                  <p:oleObj name="Clip" r:id="rId7" imgW="681706" imgH="480401" progId="MS_ClipArt_Gallery.2">
                    <p:embed/>
                    <p:pic>
                      <p:nvPicPr>
                        <p:cNvPr id="38125" name="Object 74">
                          <a:extLst>
                            <a:ext uri="{FF2B5EF4-FFF2-40B4-BE49-F238E27FC236}">
                              <a16:creationId xmlns:a16="http://schemas.microsoft.com/office/drawing/2014/main" id="{9544B379-7326-1982-B967-0D657E2520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Line 718">
              <a:extLst>
                <a:ext uri="{FF2B5EF4-FFF2-40B4-BE49-F238E27FC236}">
                  <a16:creationId xmlns:a16="http://schemas.microsoft.com/office/drawing/2014/main" id="{FC21F6B9-FE30-AD27-7D1A-F56C2798B1D9}"/>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8" name="Group 719">
            <a:extLst>
              <a:ext uri="{FF2B5EF4-FFF2-40B4-BE49-F238E27FC236}">
                <a16:creationId xmlns:a16="http://schemas.microsoft.com/office/drawing/2014/main" id="{DC67EF5D-E125-563B-A76C-45AC4772F7AA}"/>
              </a:ext>
            </a:extLst>
          </p:cNvPr>
          <p:cNvGrpSpPr>
            <a:grpSpLocks/>
          </p:cNvGrpSpPr>
          <p:nvPr/>
        </p:nvGrpSpPr>
        <p:grpSpPr bwMode="auto">
          <a:xfrm>
            <a:off x="7577773" y="2568575"/>
            <a:ext cx="69850" cy="214313"/>
            <a:chOff x="3842" y="406"/>
            <a:chExt cx="51" cy="167"/>
          </a:xfrm>
        </p:grpSpPr>
        <p:sp>
          <p:nvSpPr>
            <p:cNvPr id="19" name="Oval 720">
              <a:extLst>
                <a:ext uri="{FF2B5EF4-FFF2-40B4-BE49-F238E27FC236}">
                  <a16:creationId xmlns:a16="http://schemas.microsoft.com/office/drawing/2014/main" id="{6726946B-9939-C635-316E-52D3A5146179}"/>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0" name="Oval 721">
              <a:extLst>
                <a:ext uri="{FF2B5EF4-FFF2-40B4-BE49-F238E27FC236}">
                  <a16:creationId xmlns:a16="http://schemas.microsoft.com/office/drawing/2014/main" id="{83D8DEC3-3748-ECB9-5D9B-202E9E0DE83C}"/>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1" name="Oval 722">
              <a:extLst>
                <a:ext uri="{FF2B5EF4-FFF2-40B4-BE49-F238E27FC236}">
                  <a16:creationId xmlns:a16="http://schemas.microsoft.com/office/drawing/2014/main" id="{E2EFD6E0-3DF8-550C-A6C7-0A1C7B7B75F1}"/>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22" name="Group 723">
            <a:extLst>
              <a:ext uri="{FF2B5EF4-FFF2-40B4-BE49-F238E27FC236}">
                <a16:creationId xmlns:a16="http://schemas.microsoft.com/office/drawing/2014/main" id="{CC53B6F6-FD3C-3717-6B44-8B913C4CDB69}"/>
              </a:ext>
            </a:extLst>
          </p:cNvPr>
          <p:cNvGrpSpPr>
            <a:grpSpLocks/>
          </p:cNvGrpSpPr>
          <p:nvPr/>
        </p:nvGrpSpPr>
        <p:grpSpPr bwMode="auto">
          <a:xfrm>
            <a:off x="8047673" y="3071813"/>
            <a:ext cx="209550" cy="395287"/>
            <a:chOff x="4180" y="783"/>
            <a:chExt cx="150" cy="307"/>
          </a:xfrm>
        </p:grpSpPr>
        <p:sp>
          <p:nvSpPr>
            <p:cNvPr id="23" name="AutoShape 724">
              <a:extLst>
                <a:ext uri="{FF2B5EF4-FFF2-40B4-BE49-F238E27FC236}">
                  <a16:creationId xmlns:a16="http://schemas.microsoft.com/office/drawing/2014/main" id="{8C26277D-E9EF-12CD-463D-9CD1DC9D332D}"/>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4" name="Rectangle 725">
              <a:extLst>
                <a:ext uri="{FF2B5EF4-FFF2-40B4-BE49-F238E27FC236}">
                  <a16:creationId xmlns:a16="http://schemas.microsoft.com/office/drawing/2014/main" id="{E0E79EFF-99F6-9394-D10F-2A27A671AD5C}"/>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5" name="Rectangle 726">
              <a:extLst>
                <a:ext uri="{FF2B5EF4-FFF2-40B4-BE49-F238E27FC236}">
                  <a16:creationId xmlns:a16="http://schemas.microsoft.com/office/drawing/2014/main" id="{163C45B1-FCF0-25FC-A12F-A3313E2D9E95}"/>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6" name="AutoShape 727">
              <a:extLst>
                <a:ext uri="{FF2B5EF4-FFF2-40B4-BE49-F238E27FC236}">
                  <a16:creationId xmlns:a16="http://schemas.microsoft.com/office/drawing/2014/main" id="{BC8B82F8-E815-7087-8C05-C6D0A1B9138F}"/>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7" name="Line 728">
              <a:extLst>
                <a:ext uri="{FF2B5EF4-FFF2-40B4-BE49-F238E27FC236}">
                  <a16:creationId xmlns:a16="http://schemas.microsoft.com/office/drawing/2014/main" id="{80BD211E-A085-E9CD-C119-C44E9D84FEDE}"/>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729">
              <a:extLst>
                <a:ext uri="{FF2B5EF4-FFF2-40B4-BE49-F238E27FC236}">
                  <a16:creationId xmlns:a16="http://schemas.microsoft.com/office/drawing/2014/main" id="{0207C43E-11AE-2645-7418-36505635194A}"/>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Rectangle 730">
              <a:extLst>
                <a:ext uri="{FF2B5EF4-FFF2-40B4-BE49-F238E27FC236}">
                  <a16:creationId xmlns:a16="http://schemas.microsoft.com/office/drawing/2014/main" id="{C2EE7804-A5FB-D8DF-7EE0-8030AF58556F}"/>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0" name="Rectangle 731">
              <a:extLst>
                <a:ext uri="{FF2B5EF4-FFF2-40B4-BE49-F238E27FC236}">
                  <a16:creationId xmlns:a16="http://schemas.microsoft.com/office/drawing/2014/main" id="{DC8857ED-ABF5-676B-DEA0-3E12F1B97EE0}"/>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31" name="Group 732">
            <a:extLst>
              <a:ext uri="{FF2B5EF4-FFF2-40B4-BE49-F238E27FC236}">
                <a16:creationId xmlns:a16="http://schemas.microsoft.com/office/drawing/2014/main" id="{E544D4D2-307C-3D5E-53CB-861C66C66C01}"/>
              </a:ext>
            </a:extLst>
          </p:cNvPr>
          <p:cNvGrpSpPr>
            <a:grpSpLocks/>
          </p:cNvGrpSpPr>
          <p:nvPr/>
        </p:nvGrpSpPr>
        <p:grpSpPr bwMode="auto">
          <a:xfrm rot="-5400000">
            <a:off x="8360410" y="3149600"/>
            <a:ext cx="80963" cy="233363"/>
            <a:chOff x="3842" y="406"/>
            <a:chExt cx="51" cy="167"/>
          </a:xfrm>
        </p:grpSpPr>
        <p:sp>
          <p:nvSpPr>
            <p:cNvPr id="32" name="Oval 733">
              <a:extLst>
                <a:ext uri="{FF2B5EF4-FFF2-40B4-BE49-F238E27FC236}">
                  <a16:creationId xmlns:a16="http://schemas.microsoft.com/office/drawing/2014/main" id="{CF3C0743-4B5A-8AF2-4C6B-5E8190129AB4}"/>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3" name="Oval 734">
              <a:extLst>
                <a:ext uri="{FF2B5EF4-FFF2-40B4-BE49-F238E27FC236}">
                  <a16:creationId xmlns:a16="http://schemas.microsoft.com/office/drawing/2014/main" id="{2C45DB0A-3DF9-D9E7-7336-82C80CB3BFCA}"/>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4" name="Oval 735">
              <a:extLst>
                <a:ext uri="{FF2B5EF4-FFF2-40B4-BE49-F238E27FC236}">
                  <a16:creationId xmlns:a16="http://schemas.microsoft.com/office/drawing/2014/main" id="{5446BD64-C329-B687-E7CF-9DFBF4D5A7E2}"/>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sp>
        <p:nvSpPr>
          <p:cNvPr id="35" name="Line 736">
            <a:extLst>
              <a:ext uri="{FF2B5EF4-FFF2-40B4-BE49-F238E27FC236}">
                <a16:creationId xmlns:a16="http://schemas.microsoft.com/office/drawing/2014/main" id="{B5E20E35-981B-1963-D194-47C383EAA730}"/>
              </a:ext>
            </a:extLst>
          </p:cNvPr>
          <p:cNvSpPr>
            <a:spLocks noChangeShapeType="1"/>
          </p:cNvSpPr>
          <p:nvPr/>
        </p:nvSpPr>
        <p:spPr bwMode="auto">
          <a:xfrm>
            <a:off x="8184198" y="2979738"/>
            <a:ext cx="495300" cy="15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7">
            <a:extLst>
              <a:ext uri="{FF2B5EF4-FFF2-40B4-BE49-F238E27FC236}">
                <a16:creationId xmlns:a16="http://schemas.microsoft.com/office/drawing/2014/main" id="{AEE559D2-17E9-6D71-D857-5D995220B46C}"/>
              </a:ext>
            </a:extLst>
          </p:cNvPr>
          <p:cNvSpPr>
            <a:spLocks noChangeShapeType="1"/>
          </p:cNvSpPr>
          <p:nvPr/>
        </p:nvSpPr>
        <p:spPr bwMode="auto">
          <a:xfrm>
            <a:off x="8187373" y="2976563"/>
            <a:ext cx="1587" cy="952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38">
            <a:extLst>
              <a:ext uri="{FF2B5EF4-FFF2-40B4-BE49-F238E27FC236}">
                <a16:creationId xmlns:a16="http://schemas.microsoft.com/office/drawing/2014/main" id="{2F2788D4-D8F9-79F6-538E-824192FC1B38}"/>
              </a:ext>
            </a:extLst>
          </p:cNvPr>
          <p:cNvSpPr>
            <a:spLocks noChangeShapeType="1"/>
          </p:cNvSpPr>
          <p:nvPr/>
        </p:nvSpPr>
        <p:spPr bwMode="auto">
          <a:xfrm>
            <a:off x="8682673" y="2974975"/>
            <a:ext cx="1587" cy="825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Line 739">
            <a:extLst>
              <a:ext uri="{FF2B5EF4-FFF2-40B4-BE49-F238E27FC236}">
                <a16:creationId xmlns:a16="http://schemas.microsoft.com/office/drawing/2014/main" id="{BF77A0EF-19F0-727B-1661-DBD81B235D2B}"/>
              </a:ext>
            </a:extLst>
          </p:cNvPr>
          <p:cNvSpPr>
            <a:spLocks noChangeShapeType="1"/>
          </p:cNvSpPr>
          <p:nvPr/>
        </p:nvSpPr>
        <p:spPr bwMode="auto">
          <a:xfrm>
            <a:off x="7884160" y="2439988"/>
            <a:ext cx="288925" cy="265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Line 740">
            <a:extLst>
              <a:ext uri="{FF2B5EF4-FFF2-40B4-BE49-F238E27FC236}">
                <a16:creationId xmlns:a16="http://schemas.microsoft.com/office/drawing/2014/main" id="{7C134616-5DC1-6255-7614-B927CFB3CDDF}"/>
              </a:ext>
            </a:extLst>
          </p:cNvPr>
          <p:cNvSpPr>
            <a:spLocks noChangeShapeType="1"/>
          </p:cNvSpPr>
          <p:nvPr/>
        </p:nvSpPr>
        <p:spPr bwMode="auto">
          <a:xfrm flipV="1">
            <a:off x="7896860" y="2725738"/>
            <a:ext cx="276225" cy="330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Line 741">
            <a:extLst>
              <a:ext uri="{FF2B5EF4-FFF2-40B4-BE49-F238E27FC236}">
                <a16:creationId xmlns:a16="http://schemas.microsoft.com/office/drawing/2014/main" id="{3C167EE7-F692-A91E-865E-2E96066E1A36}"/>
              </a:ext>
            </a:extLst>
          </p:cNvPr>
          <p:cNvSpPr>
            <a:spLocks noChangeShapeType="1"/>
          </p:cNvSpPr>
          <p:nvPr/>
        </p:nvSpPr>
        <p:spPr bwMode="auto">
          <a:xfrm flipV="1">
            <a:off x="8423910" y="2811463"/>
            <a:ext cx="1588" cy="1635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1" name="Group 742">
            <a:extLst>
              <a:ext uri="{FF2B5EF4-FFF2-40B4-BE49-F238E27FC236}">
                <a16:creationId xmlns:a16="http://schemas.microsoft.com/office/drawing/2014/main" id="{56AEB202-B242-C745-C00A-E1A2700E6FD9}"/>
              </a:ext>
            </a:extLst>
          </p:cNvPr>
          <p:cNvGrpSpPr>
            <a:grpSpLocks/>
          </p:cNvGrpSpPr>
          <p:nvPr/>
        </p:nvGrpSpPr>
        <p:grpSpPr bwMode="auto">
          <a:xfrm>
            <a:off x="8542973" y="3049588"/>
            <a:ext cx="209550" cy="395287"/>
            <a:chOff x="4180" y="783"/>
            <a:chExt cx="150" cy="307"/>
          </a:xfrm>
        </p:grpSpPr>
        <p:sp>
          <p:nvSpPr>
            <p:cNvPr id="42" name="AutoShape 743">
              <a:extLst>
                <a:ext uri="{FF2B5EF4-FFF2-40B4-BE49-F238E27FC236}">
                  <a16:creationId xmlns:a16="http://schemas.microsoft.com/office/drawing/2014/main" id="{0B0601D2-11D2-F08E-CE99-71547682FE4B}"/>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3" name="Rectangle 744">
              <a:extLst>
                <a:ext uri="{FF2B5EF4-FFF2-40B4-BE49-F238E27FC236}">
                  <a16:creationId xmlns:a16="http://schemas.microsoft.com/office/drawing/2014/main" id="{5273D8B9-BFE2-AD0B-4FB3-C28EBB372545}"/>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4" name="Rectangle 745">
              <a:extLst>
                <a:ext uri="{FF2B5EF4-FFF2-40B4-BE49-F238E27FC236}">
                  <a16:creationId xmlns:a16="http://schemas.microsoft.com/office/drawing/2014/main" id="{F0ECD3FA-F9AC-CED4-00A0-D79313A0D96A}"/>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5" name="AutoShape 746">
              <a:extLst>
                <a:ext uri="{FF2B5EF4-FFF2-40B4-BE49-F238E27FC236}">
                  <a16:creationId xmlns:a16="http://schemas.microsoft.com/office/drawing/2014/main" id="{038095EF-827B-BE3D-1ECB-5C8CF665792D}"/>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6" name="Line 747">
              <a:extLst>
                <a:ext uri="{FF2B5EF4-FFF2-40B4-BE49-F238E27FC236}">
                  <a16:creationId xmlns:a16="http://schemas.microsoft.com/office/drawing/2014/main" id="{993C4DAE-5ACB-F986-955A-65E0568384B8}"/>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748">
              <a:extLst>
                <a:ext uri="{FF2B5EF4-FFF2-40B4-BE49-F238E27FC236}">
                  <a16:creationId xmlns:a16="http://schemas.microsoft.com/office/drawing/2014/main" id="{5E7C2B9C-06EE-5D6A-1746-490D6E9901F6}"/>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Rectangle 749">
              <a:extLst>
                <a:ext uri="{FF2B5EF4-FFF2-40B4-BE49-F238E27FC236}">
                  <a16:creationId xmlns:a16="http://schemas.microsoft.com/office/drawing/2014/main" id="{9B52FEF7-456F-3703-15F5-033F30A92E28}"/>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9" name="Rectangle 750">
              <a:extLst>
                <a:ext uri="{FF2B5EF4-FFF2-40B4-BE49-F238E27FC236}">
                  <a16:creationId xmlns:a16="http://schemas.microsoft.com/office/drawing/2014/main" id="{67C5FC2F-66CC-5BC1-68BB-B239C396B93D}"/>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50" name="Group 751">
            <a:extLst>
              <a:ext uri="{FF2B5EF4-FFF2-40B4-BE49-F238E27FC236}">
                <a16:creationId xmlns:a16="http://schemas.microsoft.com/office/drawing/2014/main" id="{D3AB85A6-DD99-7E4D-F63B-D94B77E4E173}"/>
              </a:ext>
            </a:extLst>
          </p:cNvPr>
          <p:cNvGrpSpPr>
            <a:grpSpLocks/>
          </p:cNvGrpSpPr>
          <p:nvPr/>
        </p:nvGrpSpPr>
        <p:grpSpPr bwMode="auto">
          <a:xfrm>
            <a:off x="7585710" y="3668713"/>
            <a:ext cx="479425" cy="925512"/>
            <a:chOff x="3314" y="1248"/>
            <a:chExt cx="344" cy="694"/>
          </a:xfrm>
        </p:grpSpPr>
        <p:graphicFrame>
          <p:nvGraphicFramePr>
            <p:cNvPr id="51" name="Object 71">
              <a:extLst>
                <a:ext uri="{FF2B5EF4-FFF2-40B4-BE49-F238E27FC236}">
                  <a16:creationId xmlns:a16="http://schemas.microsoft.com/office/drawing/2014/main" id="{6B1516EE-0273-A0FD-A9AD-A11D2AFB1E0D}"/>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38093" name="Object 71">
                          <a:extLst>
                            <a:ext uri="{FF2B5EF4-FFF2-40B4-BE49-F238E27FC236}">
                              <a16:creationId xmlns:a16="http://schemas.microsoft.com/office/drawing/2014/main" id="{401999CF-DEB1-42AC-C0AF-DC1E251610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 name="Line 753">
              <a:extLst>
                <a:ext uri="{FF2B5EF4-FFF2-40B4-BE49-F238E27FC236}">
                  <a16:creationId xmlns:a16="http://schemas.microsoft.com/office/drawing/2014/main" id="{966C7759-1F70-1760-2C28-3472E19D0636}"/>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53" name="Object 72">
              <a:extLst>
                <a:ext uri="{FF2B5EF4-FFF2-40B4-BE49-F238E27FC236}">
                  <a16:creationId xmlns:a16="http://schemas.microsoft.com/office/drawing/2014/main" id="{024149A1-68FA-84E3-FEDB-53FF4CFF5281}"/>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name="Clip" r:id="rId9" imgW="1307263" imgH="1084139" progId="MS_ClipArt_Gallery.2">
                    <p:embed/>
                  </p:oleObj>
                </mc:Choice>
                <mc:Fallback>
                  <p:oleObj name="Clip" r:id="rId9" imgW="1307263" imgH="1084139" progId="MS_ClipArt_Gallery.2">
                    <p:embed/>
                    <p:pic>
                      <p:nvPicPr>
                        <p:cNvPr id="38095" name="Object 72">
                          <a:extLst>
                            <a:ext uri="{FF2B5EF4-FFF2-40B4-BE49-F238E27FC236}">
                              <a16:creationId xmlns:a16="http://schemas.microsoft.com/office/drawing/2014/main" id="{7D1D38C3-BB87-8849-A3E1-1A14BDC75A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 name="Line 755">
              <a:extLst>
                <a:ext uri="{FF2B5EF4-FFF2-40B4-BE49-F238E27FC236}">
                  <a16:creationId xmlns:a16="http://schemas.microsoft.com/office/drawing/2014/main" id="{E67E51F4-2269-1F87-414B-CD554C251C29}"/>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55" name="Group 756">
              <a:extLst>
                <a:ext uri="{FF2B5EF4-FFF2-40B4-BE49-F238E27FC236}">
                  <a16:creationId xmlns:a16="http://schemas.microsoft.com/office/drawing/2014/main" id="{0D88CE53-8D58-D89E-9CC7-81E5474244EC}"/>
                </a:ext>
              </a:extLst>
            </p:cNvPr>
            <p:cNvGrpSpPr>
              <a:grpSpLocks/>
            </p:cNvGrpSpPr>
            <p:nvPr/>
          </p:nvGrpSpPr>
          <p:grpSpPr bwMode="auto">
            <a:xfrm>
              <a:off x="3404" y="1504"/>
              <a:ext cx="51" cy="167"/>
              <a:chOff x="3842" y="406"/>
              <a:chExt cx="51" cy="167"/>
            </a:xfrm>
          </p:grpSpPr>
          <p:sp>
            <p:nvSpPr>
              <p:cNvPr id="57" name="Oval 757">
                <a:extLst>
                  <a:ext uri="{FF2B5EF4-FFF2-40B4-BE49-F238E27FC236}">
                    <a16:creationId xmlns:a16="http://schemas.microsoft.com/office/drawing/2014/main" id="{8D4F4ACD-119B-D272-B16B-77517CB7C3CD}"/>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58" name="Oval 758">
                <a:extLst>
                  <a:ext uri="{FF2B5EF4-FFF2-40B4-BE49-F238E27FC236}">
                    <a16:creationId xmlns:a16="http://schemas.microsoft.com/office/drawing/2014/main" id="{24F956C2-DDFB-F5FC-A4A9-27CC34056108}"/>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59" name="Oval 759">
                <a:extLst>
                  <a:ext uri="{FF2B5EF4-FFF2-40B4-BE49-F238E27FC236}">
                    <a16:creationId xmlns:a16="http://schemas.microsoft.com/office/drawing/2014/main" id="{995B183D-AD66-C260-7361-D1430B77E446}"/>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sp>
          <p:nvSpPr>
            <p:cNvPr id="56" name="Line 760">
              <a:extLst>
                <a:ext uri="{FF2B5EF4-FFF2-40B4-BE49-F238E27FC236}">
                  <a16:creationId xmlns:a16="http://schemas.microsoft.com/office/drawing/2014/main" id="{A23BC00B-0928-658B-7F73-05580AA72333}"/>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60" name="Object 62">
            <a:extLst>
              <a:ext uri="{FF2B5EF4-FFF2-40B4-BE49-F238E27FC236}">
                <a16:creationId xmlns:a16="http://schemas.microsoft.com/office/drawing/2014/main" id="{781581F4-5BC1-EA15-562C-C864086B7820}"/>
              </a:ext>
            </a:extLst>
          </p:cNvPr>
          <p:cNvGraphicFramePr>
            <a:graphicFrameLocks noChangeAspect="1"/>
          </p:cNvGraphicFramePr>
          <p:nvPr>
            <p:extLst>
              <p:ext uri="{D42A27DB-BD31-4B8C-83A1-F6EECF244321}">
                <p14:modId xmlns:p14="http://schemas.microsoft.com/office/powerpoint/2010/main" val="1832674951"/>
              </p:ext>
            </p:extLst>
          </p:nvPr>
        </p:nvGraphicFramePr>
        <p:xfrm>
          <a:off x="8454073" y="4678363"/>
          <a:ext cx="417512" cy="331787"/>
        </p:xfrm>
        <a:graphic>
          <a:graphicData uri="http://schemas.openxmlformats.org/presentationml/2006/ole">
            <mc:AlternateContent xmlns:mc="http://schemas.openxmlformats.org/markup-compatibility/2006">
              <mc:Choice xmlns:v="urn:schemas-microsoft-com:vml" Requires="v">
                <p:oleObj name="Clip" r:id="rId10" imgW="1307263" imgH="1084139" progId="MS_ClipArt_Gallery.2">
                  <p:embed/>
                </p:oleObj>
              </mc:Choice>
              <mc:Fallback>
                <p:oleObj name="Clip" r:id="rId10" imgW="1307263" imgH="1084139" progId="MS_ClipArt_Gallery.2">
                  <p:embed/>
                  <p:pic>
                    <p:nvPicPr>
                      <p:cNvPr id="37910" name="Object 62">
                        <a:extLst>
                          <a:ext uri="{FF2B5EF4-FFF2-40B4-BE49-F238E27FC236}">
                            <a16:creationId xmlns:a16="http://schemas.microsoft.com/office/drawing/2014/main" id="{68D65384-3A6A-4B75-78F6-E2C86E6B9D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4073" y="4678363"/>
                        <a:ext cx="417512"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 name="Object 63">
            <a:extLst>
              <a:ext uri="{FF2B5EF4-FFF2-40B4-BE49-F238E27FC236}">
                <a16:creationId xmlns:a16="http://schemas.microsoft.com/office/drawing/2014/main" id="{1517E884-AFB6-BE5F-BE91-85A89BF124C1}"/>
              </a:ext>
            </a:extLst>
          </p:cNvPr>
          <p:cNvGraphicFramePr>
            <a:graphicFrameLocks noChangeAspect="1"/>
          </p:cNvGraphicFramePr>
          <p:nvPr>
            <p:extLst>
              <p:ext uri="{D42A27DB-BD31-4B8C-83A1-F6EECF244321}">
                <p14:modId xmlns:p14="http://schemas.microsoft.com/office/powerpoint/2010/main" val="1881192758"/>
              </p:ext>
            </p:extLst>
          </p:nvPr>
        </p:nvGraphicFramePr>
        <p:xfrm>
          <a:off x="7839710" y="4667250"/>
          <a:ext cx="415925" cy="330200"/>
        </p:xfrm>
        <a:graphic>
          <a:graphicData uri="http://schemas.openxmlformats.org/presentationml/2006/ole">
            <mc:AlternateContent xmlns:mc="http://schemas.openxmlformats.org/markup-compatibility/2006">
              <mc:Choice xmlns:v="urn:schemas-microsoft-com:vml" Requires="v">
                <p:oleObj name="Clip" r:id="rId11" imgW="1307263" imgH="1084139" progId="MS_ClipArt_Gallery.2">
                  <p:embed/>
                </p:oleObj>
              </mc:Choice>
              <mc:Fallback>
                <p:oleObj name="Clip" r:id="rId11" imgW="1307263" imgH="1084139" progId="MS_ClipArt_Gallery.2">
                  <p:embed/>
                  <p:pic>
                    <p:nvPicPr>
                      <p:cNvPr id="37911" name="Object 63">
                        <a:extLst>
                          <a:ext uri="{FF2B5EF4-FFF2-40B4-BE49-F238E27FC236}">
                            <a16:creationId xmlns:a16="http://schemas.microsoft.com/office/drawing/2014/main" id="{A14CE940-53EE-E2EE-E9E8-13AB6A0F3A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9710" y="4667250"/>
                        <a:ext cx="4159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 name="Oval 763">
            <a:extLst>
              <a:ext uri="{FF2B5EF4-FFF2-40B4-BE49-F238E27FC236}">
                <a16:creationId xmlns:a16="http://schemas.microsoft.com/office/drawing/2014/main" id="{A38ECA1E-F0E7-AD69-27BD-84755236447C}"/>
              </a:ext>
            </a:extLst>
          </p:cNvPr>
          <p:cNvSpPr>
            <a:spLocks noChangeArrowheads="1"/>
          </p:cNvSpPr>
          <p:nvPr/>
        </p:nvSpPr>
        <p:spPr bwMode="auto">
          <a:xfrm rot="16200000">
            <a:off x="8256429" y="4771231"/>
            <a:ext cx="63500"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63" name="Oval 764">
            <a:extLst>
              <a:ext uri="{FF2B5EF4-FFF2-40B4-BE49-F238E27FC236}">
                <a16:creationId xmlns:a16="http://schemas.microsoft.com/office/drawing/2014/main" id="{EE6FF901-8560-FCF7-5EC9-47473C8DC89D}"/>
              </a:ext>
            </a:extLst>
          </p:cNvPr>
          <p:cNvSpPr>
            <a:spLocks noChangeArrowheads="1"/>
          </p:cNvSpPr>
          <p:nvPr/>
        </p:nvSpPr>
        <p:spPr bwMode="auto">
          <a:xfrm rot="16200000">
            <a:off x="8341361" y="4768850"/>
            <a:ext cx="63500" cy="666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64" name="Oval 765">
            <a:extLst>
              <a:ext uri="{FF2B5EF4-FFF2-40B4-BE49-F238E27FC236}">
                <a16:creationId xmlns:a16="http://schemas.microsoft.com/office/drawing/2014/main" id="{57613BF8-817C-5570-8E52-A49CFB284BC5}"/>
              </a:ext>
            </a:extLst>
          </p:cNvPr>
          <p:cNvSpPr>
            <a:spLocks noChangeArrowheads="1"/>
          </p:cNvSpPr>
          <p:nvPr/>
        </p:nvSpPr>
        <p:spPr bwMode="auto">
          <a:xfrm rot="16200000">
            <a:off x="8419147" y="4773613"/>
            <a:ext cx="61913" cy="6508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65" name="Line 766">
            <a:extLst>
              <a:ext uri="{FF2B5EF4-FFF2-40B4-BE49-F238E27FC236}">
                <a16:creationId xmlns:a16="http://schemas.microsoft.com/office/drawing/2014/main" id="{304EA687-FAD6-4B2F-1C6C-3D544E7729F2}"/>
              </a:ext>
            </a:extLst>
          </p:cNvPr>
          <p:cNvSpPr>
            <a:spLocks noChangeShapeType="1"/>
          </p:cNvSpPr>
          <p:nvPr/>
        </p:nvSpPr>
        <p:spPr bwMode="auto">
          <a:xfrm rot="16200000">
            <a:off x="8678704" y="4653757"/>
            <a:ext cx="60325"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767">
            <a:extLst>
              <a:ext uri="{FF2B5EF4-FFF2-40B4-BE49-F238E27FC236}">
                <a16:creationId xmlns:a16="http://schemas.microsoft.com/office/drawing/2014/main" id="{0229CA49-4A0B-38BB-CD2D-838A9642FD57}"/>
              </a:ext>
            </a:extLst>
          </p:cNvPr>
          <p:cNvSpPr>
            <a:spLocks noChangeShapeType="1"/>
          </p:cNvSpPr>
          <p:nvPr/>
        </p:nvSpPr>
        <p:spPr bwMode="auto">
          <a:xfrm rot="5400000" flipH="1">
            <a:off x="8052435" y="4645025"/>
            <a:ext cx="635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 name="Line 768">
            <a:extLst>
              <a:ext uri="{FF2B5EF4-FFF2-40B4-BE49-F238E27FC236}">
                <a16:creationId xmlns:a16="http://schemas.microsoft.com/office/drawing/2014/main" id="{11B5E081-B1AD-46F6-0249-FAA49CB9EE13}"/>
              </a:ext>
            </a:extLst>
          </p:cNvPr>
          <p:cNvSpPr>
            <a:spLocks noChangeShapeType="1"/>
          </p:cNvSpPr>
          <p:nvPr/>
        </p:nvSpPr>
        <p:spPr bwMode="auto">
          <a:xfrm rot="16200000" flipV="1">
            <a:off x="8399304" y="4306094"/>
            <a:ext cx="0" cy="627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 name="Line 769">
            <a:extLst>
              <a:ext uri="{FF2B5EF4-FFF2-40B4-BE49-F238E27FC236}">
                <a16:creationId xmlns:a16="http://schemas.microsoft.com/office/drawing/2014/main" id="{39DB3BF5-1647-C36F-6794-57F0C1EFDC27}"/>
              </a:ext>
            </a:extLst>
          </p:cNvPr>
          <p:cNvSpPr>
            <a:spLocks noChangeShapeType="1"/>
          </p:cNvSpPr>
          <p:nvPr/>
        </p:nvSpPr>
        <p:spPr bwMode="auto">
          <a:xfrm flipV="1">
            <a:off x="8065135" y="4244975"/>
            <a:ext cx="93663" cy="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 name="Line 770">
            <a:extLst>
              <a:ext uri="{FF2B5EF4-FFF2-40B4-BE49-F238E27FC236}">
                <a16:creationId xmlns:a16="http://schemas.microsoft.com/office/drawing/2014/main" id="{747FB50D-DD51-74BC-AAA5-04B499652DBA}"/>
              </a:ext>
            </a:extLst>
          </p:cNvPr>
          <p:cNvSpPr>
            <a:spLocks noChangeShapeType="1"/>
          </p:cNvSpPr>
          <p:nvPr/>
        </p:nvSpPr>
        <p:spPr bwMode="auto">
          <a:xfrm>
            <a:off x="8666798" y="4291013"/>
            <a:ext cx="303212" cy="3857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 name="Line 771">
            <a:extLst>
              <a:ext uri="{FF2B5EF4-FFF2-40B4-BE49-F238E27FC236}">
                <a16:creationId xmlns:a16="http://schemas.microsoft.com/office/drawing/2014/main" id="{36C2B65A-30EA-4416-3F16-BBF2C60113FB}"/>
              </a:ext>
            </a:extLst>
          </p:cNvPr>
          <p:cNvSpPr>
            <a:spLocks noChangeShapeType="1"/>
          </p:cNvSpPr>
          <p:nvPr/>
        </p:nvSpPr>
        <p:spPr bwMode="auto">
          <a:xfrm flipH="1">
            <a:off x="9462135" y="4287838"/>
            <a:ext cx="279400" cy="39211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71" name="Object 64">
            <a:extLst>
              <a:ext uri="{FF2B5EF4-FFF2-40B4-BE49-F238E27FC236}">
                <a16:creationId xmlns:a16="http://schemas.microsoft.com/office/drawing/2014/main" id="{8793E684-8493-548D-6282-9DF9F5BF9824}"/>
              </a:ext>
            </a:extLst>
          </p:cNvPr>
          <p:cNvGraphicFramePr>
            <a:graphicFrameLocks noChangeAspect="1"/>
          </p:cNvGraphicFramePr>
          <p:nvPr>
            <p:extLst>
              <p:ext uri="{D42A27DB-BD31-4B8C-83A1-F6EECF244321}">
                <p14:modId xmlns:p14="http://schemas.microsoft.com/office/powerpoint/2010/main" val="2871802605"/>
              </p:ext>
            </p:extLst>
          </p:nvPr>
        </p:nvGraphicFramePr>
        <p:xfrm>
          <a:off x="9639935" y="3840163"/>
          <a:ext cx="203200" cy="241300"/>
        </p:xfrm>
        <a:graphic>
          <a:graphicData uri="http://schemas.openxmlformats.org/presentationml/2006/ole">
            <mc:AlternateContent xmlns:mc="http://schemas.openxmlformats.org/markup-compatibility/2006">
              <mc:Choice xmlns:v="urn:schemas-microsoft-com:vml" Requires="v">
                <p:oleObj name="Clip" r:id="rId12" imgW="982811" imgH="1208363" progId="MS_ClipArt_Gallery.2">
                  <p:embed/>
                </p:oleObj>
              </mc:Choice>
              <mc:Fallback>
                <p:oleObj name="Clip" r:id="rId12" imgW="982811" imgH="1208363" progId="MS_ClipArt_Gallery.2">
                  <p:embed/>
                  <p:pic>
                    <p:nvPicPr>
                      <p:cNvPr id="37921" name="Object 64">
                        <a:extLst>
                          <a:ext uri="{FF2B5EF4-FFF2-40B4-BE49-F238E27FC236}">
                            <a16:creationId xmlns:a16="http://schemas.microsoft.com/office/drawing/2014/main" id="{EE454370-D902-6046-31CD-DCA2D821677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639935" y="3840163"/>
                        <a:ext cx="2032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 name="Object 65">
            <a:extLst>
              <a:ext uri="{FF2B5EF4-FFF2-40B4-BE49-F238E27FC236}">
                <a16:creationId xmlns:a16="http://schemas.microsoft.com/office/drawing/2014/main" id="{99A50E8C-AF63-F208-A8DE-9884DE1BEF0C}"/>
              </a:ext>
            </a:extLst>
          </p:cNvPr>
          <p:cNvGraphicFramePr>
            <a:graphicFrameLocks noChangeAspect="1"/>
          </p:cNvGraphicFramePr>
          <p:nvPr>
            <p:extLst>
              <p:ext uri="{D42A27DB-BD31-4B8C-83A1-F6EECF244321}">
                <p14:modId xmlns:p14="http://schemas.microsoft.com/office/powerpoint/2010/main" val="1493153878"/>
              </p:ext>
            </p:extLst>
          </p:nvPr>
        </p:nvGraphicFramePr>
        <p:xfrm>
          <a:off x="8303260" y="3921125"/>
          <a:ext cx="203200" cy="239713"/>
        </p:xfrm>
        <a:graphic>
          <a:graphicData uri="http://schemas.openxmlformats.org/presentationml/2006/ole">
            <mc:AlternateContent xmlns:mc="http://schemas.openxmlformats.org/markup-compatibility/2006">
              <mc:Choice xmlns:v="urn:schemas-microsoft-com:vml" Requires="v">
                <p:oleObj name="Clip" r:id="rId14" imgW="982811" imgH="1208363" progId="MS_ClipArt_Gallery.2">
                  <p:embed/>
                </p:oleObj>
              </mc:Choice>
              <mc:Fallback>
                <p:oleObj name="Clip" r:id="rId14" imgW="982811" imgH="1208363" progId="MS_ClipArt_Gallery.2">
                  <p:embed/>
                  <p:pic>
                    <p:nvPicPr>
                      <p:cNvPr id="37922" name="Object 65">
                        <a:extLst>
                          <a:ext uri="{FF2B5EF4-FFF2-40B4-BE49-F238E27FC236}">
                            <a16:creationId xmlns:a16="http://schemas.microsoft.com/office/drawing/2014/main" id="{58C9E154-2367-5AB5-76AF-BD88F25E0F8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03260" y="3921125"/>
                        <a:ext cx="203200" cy="23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 name="Freeform 774">
            <a:extLst>
              <a:ext uri="{FF2B5EF4-FFF2-40B4-BE49-F238E27FC236}">
                <a16:creationId xmlns:a16="http://schemas.microsoft.com/office/drawing/2014/main" id="{AE2422BC-4A9A-B1AB-AB23-13225A3614E6}"/>
              </a:ext>
            </a:extLst>
          </p:cNvPr>
          <p:cNvSpPr>
            <a:spLocks/>
          </p:cNvSpPr>
          <p:nvPr/>
        </p:nvSpPr>
        <p:spPr bwMode="auto">
          <a:xfrm>
            <a:off x="8384223" y="3695700"/>
            <a:ext cx="1354137" cy="304800"/>
          </a:xfrm>
          <a:custGeom>
            <a:avLst/>
            <a:gdLst>
              <a:gd name="T0" fmla="*/ 0 w 972"/>
              <a:gd name="T1" fmla="*/ 2147483646 h 228"/>
              <a:gd name="T2" fmla="*/ 2147483646 w 972"/>
              <a:gd name="T3" fmla="*/ 2147483646 h 228"/>
              <a:gd name="T4" fmla="*/ 2147483646 w 972"/>
              <a:gd name="T5" fmla="*/ 2147483646 h 228"/>
              <a:gd name="T6" fmla="*/ 0 60000 65536"/>
              <a:gd name="T7" fmla="*/ 0 60000 65536"/>
              <a:gd name="T8" fmla="*/ 0 60000 65536"/>
              <a:gd name="T9" fmla="*/ 0 w 972"/>
              <a:gd name="T10" fmla="*/ 0 h 228"/>
              <a:gd name="T11" fmla="*/ 972 w 972"/>
              <a:gd name="T12" fmla="*/ 228 h 228"/>
            </a:gdLst>
            <a:ahLst/>
            <a:cxnLst>
              <a:cxn ang="T6">
                <a:pos x="T0" y="T1"/>
              </a:cxn>
              <a:cxn ang="T7">
                <a:pos x="T2" y="T3"/>
              </a:cxn>
              <a:cxn ang="T8">
                <a:pos x="T4" y="T5"/>
              </a:cxn>
            </a:cxnLst>
            <a:rect l="T9" t="T10" r="T11" b="T12"/>
            <a:pathLst>
              <a:path w="972" h="228">
                <a:moveTo>
                  <a:pt x="0" y="228"/>
                </a:moveTo>
                <a:cubicBezTo>
                  <a:pt x="135" y="123"/>
                  <a:pt x="270" y="18"/>
                  <a:pt x="432" y="9"/>
                </a:cubicBezTo>
                <a:cubicBezTo>
                  <a:pt x="594" y="0"/>
                  <a:pt x="783" y="85"/>
                  <a:pt x="972" y="171"/>
                </a:cubicBezTo>
              </a:path>
            </a:pathLst>
          </a:custGeom>
          <a:noFill/>
          <a:ln w="381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4" name="Group 775">
            <a:extLst>
              <a:ext uri="{FF2B5EF4-FFF2-40B4-BE49-F238E27FC236}">
                <a16:creationId xmlns:a16="http://schemas.microsoft.com/office/drawing/2014/main" id="{C826EA94-3907-716C-8DBA-CFDC1123C7DD}"/>
              </a:ext>
            </a:extLst>
          </p:cNvPr>
          <p:cNvGrpSpPr>
            <a:grpSpLocks/>
          </p:cNvGrpSpPr>
          <p:nvPr/>
        </p:nvGrpSpPr>
        <p:grpSpPr bwMode="auto">
          <a:xfrm>
            <a:off x="8650923" y="5118100"/>
            <a:ext cx="406400" cy="427038"/>
            <a:chOff x="2870" y="1518"/>
            <a:chExt cx="292" cy="320"/>
          </a:xfrm>
        </p:grpSpPr>
        <p:graphicFrame>
          <p:nvGraphicFramePr>
            <p:cNvPr id="75" name="Object 69">
              <a:extLst>
                <a:ext uri="{FF2B5EF4-FFF2-40B4-BE49-F238E27FC236}">
                  <a16:creationId xmlns:a16="http://schemas.microsoft.com/office/drawing/2014/main" id="{4132E49A-7348-AD4E-4B61-BCD7A6F2661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5" imgW="826829" imgH="840406" progId="MS_ClipArt_Gallery.2">
                    <p:embed/>
                  </p:oleObj>
                </mc:Choice>
                <mc:Fallback>
                  <p:oleObj name="Clip" r:id="rId15" imgW="826829" imgH="840406" progId="MS_ClipArt_Gallery.2">
                    <p:embed/>
                    <p:pic>
                      <p:nvPicPr>
                        <p:cNvPr id="38091" name="Object 69">
                          <a:extLst>
                            <a:ext uri="{FF2B5EF4-FFF2-40B4-BE49-F238E27FC236}">
                              <a16:creationId xmlns:a16="http://schemas.microsoft.com/office/drawing/2014/main" id="{7B3C8C04-A02F-AFFE-693D-06B1FD5C654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 name="Object 70">
              <a:extLst>
                <a:ext uri="{FF2B5EF4-FFF2-40B4-BE49-F238E27FC236}">
                  <a16:creationId xmlns:a16="http://schemas.microsoft.com/office/drawing/2014/main" id="{E3B09BEA-10A5-6BDF-94CE-D54947122151}"/>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8295" imgH="1199426" progId="MS_ClipArt_Gallery.2">
                    <p:embed/>
                  </p:oleObj>
                </mc:Choice>
                <mc:Fallback>
                  <p:oleObj name="Clip" r:id="rId17" imgW="1268295" imgH="1199426" progId="MS_ClipArt_Gallery.2">
                    <p:embed/>
                    <p:pic>
                      <p:nvPicPr>
                        <p:cNvPr id="38092" name="Object 70">
                          <a:extLst>
                            <a:ext uri="{FF2B5EF4-FFF2-40B4-BE49-F238E27FC236}">
                              <a16:creationId xmlns:a16="http://schemas.microsoft.com/office/drawing/2014/main" id="{1AB9B713-5D3B-7175-B2CB-ACCFD837D6D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7" name="Group 778">
            <a:extLst>
              <a:ext uri="{FF2B5EF4-FFF2-40B4-BE49-F238E27FC236}">
                <a16:creationId xmlns:a16="http://schemas.microsoft.com/office/drawing/2014/main" id="{A7628EFE-8293-9C98-1565-EFEC02B46890}"/>
              </a:ext>
            </a:extLst>
          </p:cNvPr>
          <p:cNvGrpSpPr>
            <a:grpSpLocks/>
          </p:cNvGrpSpPr>
          <p:nvPr/>
        </p:nvGrpSpPr>
        <p:grpSpPr bwMode="auto">
          <a:xfrm>
            <a:off x="9428798" y="5149850"/>
            <a:ext cx="406400" cy="427038"/>
            <a:chOff x="2870" y="1518"/>
            <a:chExt cx="292" cy="320"/>
          </a:xfrm>
        </p:grpSpPr>
        <p:graphicFrame>
          <p:nvGraphicFramePr>
            <p:cNvPr id="78" name="Object 67">
              <a:extLst>
                <a:ext uri="{FF2B5EF4-FFF2-40B4-BE49-F238E27FC236}">
                  <a16:creationId xmlns:a16="http://schemas.microsoft.com/office/drawing/2014/main" id="{BBAFF084-F41A-7C63-D6D3-F554B0F1027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MS_ClipArt_Gallery.2">
                    <p:embed/>
                  </p:oleObj>
                </mc:Choice>
                <mc:Fallback>
                  <p:oleObj name="Clip" r:id="rId19" imgW="826829" imgH="840406" progId="MS_ClipArt_Gallery.2">
                    <p:embed/>
                    <p:pic>
                      <p:nvPicPr>
                        <p:cNvPr id="38089" name="Object 67">
                          <a:extLst>
                            <a:ext uri="{FF2B5EF4-FFF2-40B4-BE49-F238E27FC236}">
                              <a16:creationId xmlns:a16="http://schemas.microsoft.com/office/drawing/2014/main" id="{05CE3DDE-1498-3A68-1B9C-FCA0D639A23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 name="Object 68">
              <a:extLst>
                <a:ext uri="{FF2B5EF4-FFF2-40B4-BE49-F238E27FC236}">
                  <a16:creationId xmlns:a16="http://schemas.microsoft.com/office/drawing/2014/main" id="{D994DDC3-D3D2-BF36-5166-2FDCB037E834}"/>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MS_ClipArt_Gallery.2">
                    <p:embed/>
                  </p:oleObj>
                </mc:Choice>
                <mc:Fallback>
                  <p:oleObj name="Clip" r:id="rId20" imgW="1268295" imgH="1199426" progId="MS_ClipArt_Gallery.2">
                    <p:embed/>
                    <p:pic>
                      <p:nvPicPr>
                        <p:cNvPr id="38090" name="Object 68">
                          <a:extLst>
                            <a:ext uri="{FF2B5EF4-FFF2-40B4-BE49-F238E27FC236}">
                              <a16:creationId xmlns:a16="http://schemas.microsoft.com/office/drawing/2014/main" id="{FEB1DF7E-70C1-BC69-782A-D6323B09725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0" name="Group 781">
            <a:extLst>
              <a:ext uri="{FF2B5EF4-FFF2-40B4-BE49-F238E27FC236}">
                <a16:creationId xmlns:a16="http://schemas.microsoft.com/office/drawing/2014/main" id="{560693E3-5AF4-10E4-925B-A05405856ABE}"/>
              </a:ext>
            </a:extLst>
          </p:cNvPr>
          <p:cNvGrpSpPr>
            <a:grpSpLocks/>
          </p:cNvGrpSpPr>
          <p:nvPr/>
        </p:nvGrpSpPr>
        <p:grpSpPr bwMode="auto">
          <a:xfrm>
            <a:off x="9014460" y="4865688"/>
            <a:ext cx="379413" cy="376237"/>
            <a:chOff x="4733" y="2082"/>
            <a:chExt cx="272" cy="282"/>
          </a:xfrm>
        </p:grpSpPr>
        <p:graphicFrame>
          <p:nvGraphicFramePr>
            <p:cNvPr id="81" name="Object 66">
              <a:extLst>
                <a:ext uri="{FF2B5EF4-FFF2-40B4-BE49-F238E27FC236}">
                  <a16:creationId xmlns:a16="http://schemas.microsoft.com/office/drawing/2014/main" id="{796FA884-7855-6D41-A537-F358236FB6D0}"/>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name="Clip" r:id="rId21" imgW="826829" imgH="840406" progId="MS_ClipArt_Gallery.2">
                    <p:embed/>
                  </p:oleObj>
                </mc:Choice>
                <mc:Fallback>
                  <p:oleObj name="Clip" r:id="rId21" imgW="826829" imgH="840406" progId="MS_ClipArt_Gallery.2">
                    <p:embed/>
                    <p:pic>
                      <p:nvPicPr>
                        <p:cNvPr id="38087" name="Object 66">
                          <a:extLst>
                            <a:ext uri="{FF2B5EF4-FFF2-40B4-BE49-F238E27FC236}">
                              <a16:creationId xmlns:a16="http://schemas.microsoft.com/office/drawing/2014/main" id="{01CAFE67-3164-C852-EC16-CF6CD878A16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 name="Rectangle 783">
              <a:extLst>
                <a:ext uri="{FF2B5EF4-FFF2-40B4-BE49-F238E27FC236}">
                  <a16:creationId xmlns:a16="http://schemas.microsoft.com/office/drawing/2014/main" id="{2A458F41-AE0C-3E8F-5E80-0542A5436819}"/>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sp>
        <p:nvSpPr>
          <p:cNvPr id="83" name="Line 784">
            <a:extLst>
              <a:ext uri="{FF2B5EF4-FFF2-40B4-BE49-F238E27FC236}">
                <a16:creationId xmlns:a16="http://schemas.microsoft.com/office/drawing/2014/main" id="{E345C71E-E58A-8BA6-FBCF-6FE118FBB87E}"/>
              </a:ext>
            </a:extLst>
          </p:cNvPr>
          <p:cNvSpPr>
            <a:spLocks noChangeShapeType="1"/>
          </p:cNvSpPr>
          <p:nvPr/>
        </p:nvSpPr>
        <p:spPr bwMode="auto">
          <a:xfrm>
            <a:off x="9320848" y="4768850"/>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84" name="Group 785">
            <a:extLst>
              <a:ext uri="{FF2B5EF4-FFF2-40B4-BE49-F238E27FC236}">
                <a16:creationId xmlns:a16="http://schemas.microsoft.com/office/drawing/2014/main" id="{77707357-E11B-613D-C280-6E52649FF0DD}"/>
              </a:ext>
            </a:extLst>
          </p:cNvPr>
          <p:cNvGrpSpPr>
            <a:grpSpLocks/>
          </p:cNvGrpSpPr>
          <p:nvPr/>
        </p:nvGrpSpPr>
        <p:grpSpPr bwMode="auto">
          <a:xfrm>
            <a:off x="10041573" y="4192588"/>
            <a:ext cx="207962" cy="409575"/>
            <a:chOff x="4180" y="783"/>
            <a:chExt cx="150" cy="307"/>
          </a:xfrm>
        </p:grpSpPr>
        <p:sp>
          <p:nvSpPr>
            <p:cNvPr id="85" name="AutoShape 786">
              <a:extLst>
                <a:ext uri="{FF2B5EF4-FFF2-40B4-BE49-F238E27FC236}">
                  <a16:creationId xmlns:a16="http://schemas.microsoft.com/office/drawing/2014/main" id="{E8994F82-C721-82D5-A6D4-FF8002C503E0}"/>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86" name="Rectangle 787">
              <a:extLst>
                <a:ext uri="{FF2B5EF4-FFF2-40B4-BE49-F238E27FC236}">
                  <a16:creationId xmlns:a16="http://schemas.microsoft.com/office/drawing/2014/main" id="{6E02F46A-35FD-A616-3EB4-E098BBE6A39B}"/>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87" name="Rectangle 788">
              <a:extLst>
                <a:ext uri="{FF2B5EF4-FFF2-40B4-BE49-F238E27FC236}">
                  <a16:creationId xmlns:a16="http://schemas.microsoft.com/office/drawing/2014/main" id="{ADCBCB73-3F3D-9E62-29F2-55534519B77F}"/>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88" name="AutoShape 789">
              <a:extLst>
                <a:ext uri="{FF2B5EF4-FFF2-40B4-BE49-F238E27FC236}">
                  <a16:creationId xmlns:a16="http://schemas.microsoft.com/office/drawing/2014/main" id="{A333596E-A7B9-6AC1-ED10-D3A7EFF34C7D}"/>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89" name="Line 790">
              <a:extLst>
                <a:ext uri="{FF2B5EF4-FFF2-40B4-BE49-F238E27FC236}">
                  <a16:creationId xmlns:a16="http://schemas.microsoft.com/office/drawing/2014/main" id="{DDDAE722-CF82-BC0C-F67A-FB9E4DDE3B83}"/>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 name="Line 791">
              <a:extLst>
                <a:ext uri="{FF2B5EF4-FFF2-40B4-BE49-F238E27FC236}">
                  <a16:creationId xmlns:a16="http://schemas.microsoft.com/office/drawing/2014/main" id="{4AB0F653-88D8-4AA9-2D3A-30DD6D890161}"/>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1" name="Rectangle 792">
              <a:extLst>
                <a:ext uri="{FF2B5EF4-FFF2-40B4-BE49-F238E27FC236}">
                  <a16:creationId xmlns:a16="http://schemas.microsoft.com/office/drawing/2014/main" id="{5A70942C-62E5-6A7E-11A6-976A882C02CE}"/>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92" name="Rectangle 793">
              <a:extLst>
                <a:ext uri="{FF2B5EF4-FFF2-40B4-BE49-F238E27FC236}">
                  <a16:creationId xmlns:a16="http://schemas.microsoft.com/office/drawing/2014/main" id="{80731E84-FE2E-48D8-F221-9A2C8754064C}"/>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93" name="Group 794">
            <a:extLst>
              <a:ext uri="{FF2B5EF4-FFF2-40B4-BE49-F238E27FC236}">
                <a16:creationId xmlns:a16="http://schemas.microsoft.com/office/drawing/2014/main" id="{552156A7-30BC-5D6A-0B70-59C6E5846841}"/>
              </a:ext>
            </a:extLst>
          </p:cNvPr>
          <p:cNvGrpSpPr>
            <a:grpSpLocks/>
          </p:cNvGrpSpPr>
          <p:nvPr/>
        </p:nvGrpSpPr>
        <p:grpSpPr bwMode="auto">
          <a:xfrm>
            <a:off x="10028873" y="4637088"/>
            <a:ext cx="207962" cy="409575"/>
            <a:chOff x="4180" y="783"/>
            <a:chExt cx="150" cy="307"/>
          </a:xfrm>
        </p:grpSpPr>
        <p:sp>
          <p:nvSpPr>
            <p:cNvPr id="94" name="AutoShape 795">
              <a:extLst>
                <a:ext uri="{FF2B5EF4-FFF2-40B4-BE49-F238E27FC236}">
                  <a16:creationId xmlns:a16="http://schemas.microsoft.com/office/drawing/2014/main" id="{7AEDA5D2-1C34-AC05-C893-264B193A60D6}"/>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95" name="Rectangle 796">
              <a:extLst>
                <a:ext uri="{FF2B5EF4-FFF2-40B4-BE49-F238E27FC236}">
                  <a16:creationId xmlns:a16="http://schemas.microsoft.com/office/drawing/2014/main" id="{DC186A31-3CA1-076F-E6F0-5A7F1644199D}"/>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96" name="Rectangle 797">
              <a:extLst>
                <a:ext uri="{FF2B5EF4-FFF2-40B4-BE49-F238E27FC236}">
                  <a16:creationId xmlns:a16="http://schemas.microsoft.com/office/drawing/2014/main" id="{34EFF40F-9B74-5B75-29C4-5EF94580E989}"/>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97" name="AutoShape 798">
              <a:extLst>
                <a:ext uri="{FF2B5EF4-FFF2-40B4-BE49-F238E27FC236}">
                  <a16:creationId xmlns:a16="http://schemas.microsoft.com/office/drawing/2014/main" id="{19235B26-2AF4-9772-B64E-82F889F0E3D9}"/>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98" name="Line 799">
              <a:extLst>
                <a:ext uri="{FF2B5EF4-FFF2-40B4-BE49-F238E27FC236}">
                  <a16:creationId xmlns:a16="http://schemas.microsoft.com/office/drawing/2014/main" id="{694BF984-71E3-801B-E3F2-75139D4763BD}"/>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9" name="Line 800">
              <a:extLst>
                <a:ext uri="{FF2B5EF4-FFF2-40B4-BE49-F238E27FC236}">
                  <a16:creationId xmlns:a16="http://schemas.microsoft.com/office/drawing/2014/main" id="{212C7578-E771-FCDD-8D85-8BA7C9DFCD17}"/>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0" name="Rectangle 801">
              <a:extLst>
                <a:ext uri="{FF2B5EF4-FFF2-40B4-BE49-F238E27FC236}">
                  <a16:creationId xmlns:a16="http://schemas.microsoft.com/office/drawing/2014/main" id="{BD3CED8B-7B73-6029-3774-BDEC6D64F675}"/>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01" name="Rectangle 802">
              <a:extLst>
                <a:ext uri="{FF2B5EF4-FFF2-40B4-BE49-F238E27FC236}">
                  <a16:creationId xmlns:a16="http://schemas.microsoft.com/office/drawing/2014/main" id="{28602774-B373-8F67-D01A-598A485F0FD1}"/>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sp>
        <p:nvSpPr>
          <p:cNvPr id="102" name="Line 803">
            <a:extLst>
              <a:ext uri="{FF2B5EF4-FFF2-40B4-BE49-F238E27FC236}">
                <a16:creationId xmlns:a16="http://schemas.microsoft.com/office/drawing/2014/main" id="{55A483AA-8A59-1FE6-2722-574B65A7BA5E}"/>
              </a:ext>
            </a:extLst>
          </p:cNvPr>
          <p:cNvSpPr>
            <a:spLocks noChangeShapeType="1"/>
          </p:cNvSpPr>
          <p:nvPr/>
        </p:nvSpPr>
        <p:spPr bwMode="auto">
          <a:xfrm rot="5400000" flipH="1">
            <a:off x="9655016" y="4566444"/>
            <a:ext cx="6111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 name="Line 804">
            <a:extLst>
              <a:ext uri="{FF2B5EF4-FFF2-40B4-BE49-F238E27FC236}">
                <a16:creationId xmlns:a16="http://schemas.microsoft.com/office/drawing/2014/main" id="{83948851-B471-CBA3-B6AF-54BA6F949559}"/>
              </a:ext>
            </a:extLst>
          </p:cNvPr>
          <p:cNvSpPr>
            <a:spLocks noChangeShapeType="1"/>
          </p:cNvSpPr>
          <p:nvPr/>
        </p:nvSpPr>
        <p:spPr bwMode="auto">
          <a:xfrm rot="16200000">
            <a:off x="10009029" y="4818856"/>
            <a:ext cx="0" cy="1031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 name="Line 805">
            <a:extLst>
              <a:ext uri="{FF2B5EF4-FFF2-40B4-BE49-F238E27FC236}">
                <a16:creationId xmlns:a16="http://schemas.microsoft.com/office/drawing/2014/main" id="{F6B22314-9F59-108A-D550-518A5C278572}"/>
              </a:ext>
            </a:extLst>
          </p:cNvPr>
          <p:cNvSpPr>
            <a:spLocks noChangeShapeType="1"/>
          </p:cNvSpPr>
          <p:nvPr/>
        </p:nvSpPr>
        <p:spPr bwMode="auto">
          <a:xfrm rot="16200000">
            <a:off x="9998710" y="4349750"/>
            <a:ext cx="0" cy="88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 name="Line 806">
            <a:extLst>
              <a:ext uri="{FF2B5EF4-FFF2-40B4-BE49-F238E27FC236}">
                <a16:creationId xmlns:a16="http://schemas.microsoft.com/office/drawing/2014/main" id="{76BEB9F4-3F4C-B5EC-139F-6AB3171F3A48}"/>
              </a:ext>
            </a:extLst>
          </p:cNvPr>
          <p:cNvSpPr>
            <a:spLocks noChangeShapeType="1"/>
          </p:cNvSpPr>
          <p:nvPr/>
        </p:nvSpPr>
        <p:spPr bwMode="auto">
          <a:xfrm flipV="1">
            <a:off x="8677910" y="2490788"/>
            <a:ext cx="458788" cy="2079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 name="Line 807">
            <a:extLst>
              <a:ext uri="{FF2B5EF4-FFF2-40B4-BE49-F238E27FC236}">
                <a16:creationId xmlns:a16="http://schemas.microsoft.com/office/drawing/2014/main" id="{9DE45B56-749C-C7A8-DB36-E65FA9042616}"/>
              </a:ext>
            </a:extLst>
          </p:cNvPr>
          <p:cNvSpPr>
            <a:spLocks noChangeShapeType="1"/>
          </p:cNvSpPr>
          <p:nvPr/>
        </p:nvSpPr>
        <p:spPr bwMode="auto">
          <a:xfrm>
            <a:off x="9612948" y="2474913"/>
            <a:ext cx="485775" cy="2079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 name="Line 808">
            <a:extLst>
              <a:ext uri="{FF2B5EF4-FFF2-40B4-BE49-F238E27FC236}">
                <a16:creationId xmlns:a16="http://schemas.microsoft.com/office/drawing/2014/main" id="{B8088BFD-2490-65E4-1450-2381F1617F27}"/>
              </a:ext>
            </a:extLst>
          </p:cNvPr>
          <p:cNvSpPr>
            <a:spLocks noChangeShapeType="1"/>
          </p:cNvSpPr>
          <p:nvPr/>
        </p:nvSpPr>
        <p:spPr bwMode="auto">
          <a:xfrm flipH="1">
            <a:off x="10132060" y="2811463"/>
            <a:ext cx="241300" cy="68103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 name="Line 809">
            <a:extLst>
              <a:ext uri="{FF2B5EF4-FFF2-40B4-BE49-F238E27FC236}">
                <a16:creationId xmlns:a16="http://schemas.microsoft.com/office/drawing/2014/main" id="{48F57804-66E9-4AF1-849C-BE22BDCA0A7B}"/>
              </a:ext>
            </a:extLst>
          </p:cNvPr>
          <p:cNvSpPr>
            <a:spLocks noChangeShapeType="1"/>
          </p:cNvSpPr>
          <p:nvPr/>
        </p:nvSpPr>
        <p:spPr bwMode="auto">
          <a:xfrm>
            <a:off x="9362123" y="2587625"/>
            <a:ext cx="0" cy="4318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9" name="Line 810">
            <a:extLst>
              <a:ext uri="{FF2B5EF4-FFF2-40B4-BE49-F238E27FC236}">
                <a16:creationId xmlns:a16="http://schemas.microsoft.com/office/drawing/2014/main" id="{6642435D-8C87-8DF6-AB96-FB4BB255C946}"/>
              </a:ext>
            </a:extLst>
          </p:cNvPr>
          <p:cNvSpPr>
            <a:spLocks noChangeShapeType="1"/>
          </p:cNvSpPr>
          <p:nvPr/>
        </p:nvSpPr>
        <p:spPr bwMode="auto">
          <a:xfrm>
            <a:off x="9387523" y="3235325"/>
            <a:ext cx="534987" cy="3683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0" name="Line 811">
            <a:extLst>
              <a:ext uri="{FF2B5EF4-FFF2-40B4-BE49-F238E27FC236}">
                <a16:creationId xmlns:a16="http://schemas.microsoft.com/office/drawing/2014/main" id="{7A851FEE-523C-125A-8E26-EA93F967D7A2}"/>
              </a:ext>
            </a:extLst>
          </p:cNvPr>
          <p:cNvSpPr>
            <a:spLocks noChangeShapeType="1"/>
          </p:cNvSpPr>
          <p:nvPr/>
        </p:nvSpPr>
        <p:spPr bwMode="auto">
          <a:xfrm flipH="1">
            <a:off x="9847898" y="3700463"/>
            <a:ext cx="266700" cy="36036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1" name="Line 812">
            <a:extLst>
              <a:ext uri="{FF2B5EF4-FFF2-40B4-BE49-F238E27FC236}">
                <a16:creationId xmlns:a16="http://schemas.microsoft.com/office/drawing/2014/main" id="{451B81F9-4109-967C-05C2-5E93C848F1F0}"/>
              </a:ext>
            </a:extLst>
          </p:cNvPr>
          <p:cNvSpPr>
            <a:spLocks noChangeShapeType="1"/>
          </p:cNvSpPr>
          <p:nvPr/>
        </p:nvSpPr>
        <p:spPr bwMode="auto">
          <a:xfrm flipH="1">
            <a:off x="9620885" y="2779713"/>
            <a:ext cx="560388" cy="384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 name="Line 813">
            <a:extLst>
              <a:ext uri="{FF2B5EF4-FFF2-40B4-BE49-F238E27FC236}">
                <a16:creationId xmlns:a16="http://schemas.microsoft.com/office/drawing/2014/main" id="{C2E753C0-74D1-0E7B-FEFD-716283BC376B}"/>
              </a:ext>
            </a:extLst>
          </p:cNvPr>
          <p:cNvSpPr>
            <a:spLocks noChangeShapeType="1"/>
          </p:cNvSpPr>
          <p:nvPr/>
        </p:nvSpPr>
        <p:spPr bwMode="auto">
          <a:xfrm flipH="1">
            <a:off x="9630410" y="2219325"/>
            <a:ext cx="350838" cy="255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 name="Line 814">
            <a:extLst>
              <a:ext uri="{FF2B5EF4-FFF2-40B4-BE49-F238E27FC236}">
                <a16:creationId xmlns:a16="http://schemas.microsoft.com/office/drawing/2014/main" id="{9ED6457F-8DDA-4901-B420-F2BBD3EA13DD}"/>
              </a:ext>
            </a:extLst>
          </p:cNvPr>
          <p:cNvSpPr>
            <a:spLocks noChangeShapeType="1"/>
          </p:cNvSpPr>
          <p:nvPr/>
        </p:nvSpPr>
        <p:spPr bwMode="auto">
          <a:xfrm flipH="1">
            <a:off x="10347960" y="2395538"/>
            <a:ext cx="201613" cy="17621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14" name="Group 970">
            <a:extLst>
              <a:ext uri="{FF2B5EF4-FFF2-40B4-BE49-F238E27FC236}">
                <a16:creationId xmlns:a16="http://schemas.microsoft.com/office/drawing/2014/main" id="{47C95E9A-8AFF-2334-F7B7-DDD6CAC06ECF}"/>
              </a:ext>
            </a:extLst>
          </p:cNvPr>
          <p:cNvGrpSpPr>
            <a:grpSpLocks/>
          </p:cNvGrpSpPr>
          <p:nvPr/>
        </p:nvGrpSpPr>
        <p:grpSpPr bwMode="auto">
          <a:xfrm>
            <a:off x="9416098" y="4043363"/>
            <a:ext cx="671512" cy="387350"/>
            <a:chOff x="3955" y="387"/>
            <a:chExt cx="423" cy="244"/>
          </a:xfrm>
        </p:grpSpPr>
        <p:sp>
          <p:nvSpPr>
            <p:cNvPr id="115" name="Freeform 952">
              <a:extLst>
                <a:ext uri="{FF2B5EF4-FFF2-40B4-BE49-F238E27FC236}">
                  <a16:creationId xmlns:a16="http://schemas.microsoft.com/office/drawing/2014/main" id="{342C51EC-6452-8333-1FE1-BE275C058D41}"/>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16" name="Group 931">
              <a:extLst>
                <a:ext uri="{FF2B5EF4-FFF2-40B4-BE49-F238E27FC236}">
                  <a16:creationId xmlns:a16="http://schemas.microsoft.com/office/drawing/2014/main" id="{4790F5B4-3028-7941-4964-2B2C1698D46E}"/>
                </a:ext>
              </a:extLst>
            </p:cNvPr>
            <p:cNvGrpSpPr>
              <a:grpSpLocks/>
            </p:cNvGrpSpPr>
            <p:nvPr/>
          </p:nvGrpSpPr>
          <p:grpSpPr bwMode="auto">
            <a:xfrm>
              <a:off x="4002" y="442"/>
              <a:ext cx="316" cy="147"/>
              <a:chOff x="3600" y="219"/>
              <a:chExt cx="360" cy="175"/>
            </a:xfrm>
          </p:grpSpPr>
          <p:sp>
            <p:nvSpPr>
              <p:cNvPr id="117" name="Oval 932">
                <a:extLst>
                  <a:ext uri="{FF2B5EF4-FFF2-40B4-BE49-F238E27FC236}">
                    <a16:creationId xmlns:a16="http://schemas.microsoft.com/office/drawing/2014/main" id="{33210A51-E27B-A48F-0804-E9AD3D68DA5A}"/>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18" name="Line 933">
                <a:extLst>
                  <a:ext uri="{FF2B5EF4-FFF2-40B4-BE49-F238E27FC236}">
                    <a16:creationId xmlns:a16="http://schemas.microsoft.com/office/drawing/2014/main" id="{09773B0E-6D80-953A-621F-81A3F3B91577}"/>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 name="Line 934">
                <a:extLst>
                  <a:ext uri="{FF2B5EF4-FFF2-40B4-BE49-F238E27FC236}">
                    <a16:creationId xmlns:a16="http://schemas.microsoft.com/office/drawing/2014/main" id="{DA89C811-3B1E-7641-2DE9-C376E6E3D19F}"/>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 name="Rectangle 935">
                <a:extLst>
                  <a:ext uri="{FF2B5EF4-FFF2-40B4-BE49-F238E27FC236}">
                    <a16:creationId xmlns:a16="http://schemas.microsoft.com/office/drawing/2014/main" id="{95EBC297-5772-1F5F-C80C-447953AAAD34}"/>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121" name="Oval 936">
                <a:extLst>
                  <a:ext uri="{FF2B5EF4-FFF2-40B4-BE49-F238E27FC236}">
                    <a16:creationId xmlns:a16="http://schemas.microsoft.com/office/drawing/2014/main" id="{1EA23AB8-65D1-D597-5774-732AEE19F39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122" name="Group 937">
                <a:extLst>
                  <a:ext uri="{FF2B5EF4-FFF2-40B4-BE49-F238E27FC236}">
                    <a16:creationId xmlns:a16="http://schemas.microsoft.com/office/drawing/2014/main" id="{10118C43-116F-8592-4AA8-D573F2EC25DB}"/>
                  </a:ext>
                </a:extLst>
              </p:cNvPr>
              <p:cNvGrpSpPr>
                <a:grpSpLocks/>
              </p:cNvGrpSpPr>
              <p:nvPr/>
            </p:nvGrpSpPr>
            <p:grpSpPr bwMode="auto">
              <a:xfrm>
                <a:off x="3686" y="244"/>
                <a:ext cx="177" cy="66"/>
                <a:chOff x="2848" y="848"/>
                <a:chExt cx="140" cy="98"/>
              </a:xfrm>
            </p:grpSpPr>
            <p:sp>
              <p:nvSpPr>
                <p:cNvPr id="127" name="Line 938">
                  <a:extLst>
                    <a:ext uri="{FF2B5EF4-FFF2-40B4-BE49-F238E27FC236}">
                      <a16:creationId xmlns:a16="http://schemas.microsoft.com/office/drawing/2014/main" id="{E44BE13D-924E-7774-E28A-80903018938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8" name="Line 939">
                  <a:extLst>
                    <a:ext uri="{FF2B5EF4-FFF2-40B4-BE49-F238E27FC236}">
                      <a16:creationId xmlns:a16="http://schemas.microsoft.com/office/drawing/2014/main" id="{9CF91E2E-70CE-8838-DA53-548A8E40CDE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9" name="Line 940">
                  <a:extLst>
                    <a:ext uri="{FF2B5EF4-FFF2-40B4-BE49-F238E27FC236}">
                      <a16:creationId xmlns:a16="http://schemas.microsoft.com/office/drawing/2014/main" id="{BBF197FD-C7D5-2736-6CF8-02137C877D7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23" name="Group 941">
                <a:extLst>
                  <a:ext uri="{FF2B5EF4-FFF2-40B4-BE49-F238E27FC236}">
                    <a16:creationId xmlns:a16="http://schemas.microsoft.com/office/drawing/2014/main" id="{46FFB2BC-D1D9-21A4-F364-905C2B3ED346}"/>
                  </a:ext>
                </a:extLst>
              </p:cNvPr>
              <p:cNvGrpSpPr>
                <a:grpSpLocks/>
              </p:cNvGrpSpPr>
              <p:nvPr/>
            </p:nvGrpSpPr>
            <p:grpSpPr bwMode="auto">
              <a:xfrm flipV="1">
                <a:off x="3686" y="243"/>
                <a:ext cx="177" cy="66"/>
                <a:chOff x="2848" y="848"/>
                <a:chExt cx="140" cy="98"/>
              </a:xfrm>
            </p:grpSpPr>
            <p:sp>
              <p:nvSpPr>
                <p:cNvPr id="124" name="Line 942">
                  <a:extLst>
                    <a:ext uri="{FF2B5EF4-FFF2-40B4-BE49-F238E27FC236}">
                      <a16:creationId xmlns:a16="http://schemas.microsoft.com/office/drawing/2014/main" id="{9411134F-4F6F-A7BB-19BD-D7D244AA3DF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5" name="Line 943">
                  <a:extLst>
                    <a:ext uri="{FF2B5EF4-FFF2-40B4-BE49-F238E27FC236}">
                      <a16:creationId xmlns:a16="http://schemas.microsoft.com/office/drawing/2014/main" id="{DBBDF19A-2B0E-E8B8-4ABC-A435814380B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6" name="Line 944">
                  <a:extLst>
                    <a:ext uri="{FF2B5EF4-FFF2-40B4-BE49-F238E27FC236}">
                      <a16:creationId xmlns:a16="http://schemas.microsoft.com/office/drawing/2014/main" id="{D3BE2D3C-9F6F-89C5-67BF-EE6A1D2E1FB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130" name="Group 971">
            <a:extLst>
              <a:ext uri="{FF2B5EF4-FFF2-40B4-BE49-F238E27FC236}">
                <a16:creationId xmlns:a16="http://schemas.microsoft.com/office/drawing/2014/main" id="{CEB6629E-0722-7522-0F26-FB8C7A2DA564}"/>
              </a:ext>
            </a:extLst>
          </p:cNvPr>
          <p:cNvGrpSpPr>
            <a:grpSpLocks/>
          </p:cNvGrpSpPr>
          <p:nvPr/>
        </p:nvGrpSpPr>
        <p:grpSpPr bwMode="auto">
          <a:xfrm>
            <a:off x="9768523" y="3386138"/>
            <a:ext cx="671512" cy="387350"/>
            <a:chOff x="3955" y="387"/>
            <a:chExt cx="423" cy="244"/>
          </a:xfrm>
        </p:grpSpPr>
        <p:sp>
          <p:nvSpPr>
            <p:cNvPr id="131" name="Freeform 972">
              <a:extLst>
                <a:ext uri="{FF2B5EF4-FFF2-40B4-BE49-F238E27FC236}">
                  <a16:creationId xmlns:a16="http://schemas.microsoft.com/office/drawing/2014/main" id="{F2EAE869-A70A-029D-6B99-15CB57371300}"/>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32" name="Group 973">
              <a:extLst>
                <a:ext uri="{FF2B5EF4-FFF2-40B4-BE49-F238E27FC236}">
                  <a16:creationId xmlns:a16="http://schemas.microsoft.com/office/drawing/2014/main" id="{43738F0F-1741-A063-F7BD-AAB7C5CDEBD0}"/>
                </a:ext>
              </a:extLst>
            </p:cNvPr>
            <p:cNvGrpSpPr>
              <a:grpSpLocks/>
            </p:cNvGrpSpPr>
            <p:nvPr/>
          </p:nvGrpSpPr>
          <p:grpSpPr bwMode="auto">
            <a:xfrm>
              <a:off x="4002" y="442"/>
              <a:ext cx="316" cy="147"/>
              <a:chOff x="3600" y="219"/>
              <a:chExt cx="360" cy="175"/>
            </a:xfrm>
          </p:grpSpPr>
          <p:sp>
            <p:nvSpPr>
              <p:cNvPr id="133" name="Oval 974">
                <a:extLst>
                  <a:ext uri="{FF2B5EF4-FFF2-40B4-BE49-F238E27FC236}">
                    <a16:creationId xmlns:a16="http://schemas.microsoft.com/office/drawing/2014/main" id="{602B2571-FBCA-45E1-AC71-DA28B9F9989B}"/>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34" name="Line 975">
                <a:extLst>
                  <a:ext uri="{FF2B5EF4-FFF2-40B4-BE49-F238E27FC236}">
                    <a16:creationId xmlns:a16="http://schemas.microsoft.com/office/drawing/2014/main" id="{9940D3F9-07C9-E2F3-1C98-C9C499983E11}"/>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5" name="Line 976">
                <a:extLst>
                  <a:ext uri="{FF2B5EF4-FFF2-40B4-BE49-F238E27FC236}">
                    <a16:creationId xmlns:a16="http://schemas.microsoft.com/office/drawing/2014/main" id="{D644A526-4F66-72D2-3952-7869C3EFCA83}"/>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6" name="Rectangle 977">
                <a:extLst>
                  <a:ext uri="{FF2B5EF4-FFF2-40B4-BE49-F238E27FC236}">
                    <a16:creationId xmlns:a16="http://schemas.microsoft.com/office/drawing/2014/main" id="{A96387CA-AB36-318A-03F7-59F51BBEE90E}"/>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137" name="Oval 978">
                <a:extLst>
                  <a:ext uri="{FF2B5EF4-FFF2-40B4-BE49-F238E27FC236}">
                    <a16:creationId xmlns:a16="http://schemas.microsoft.com/office/drawing/2014/main" id="{7B4B980E-F001-92E8-F2D7-97F13FB8A3B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138" name="Group 979">
                <a:extLst>
                  <a:ext uri="{FF2B5EF4-FFF2-40B4-BE49-F238E27FC236}">
                    <a16:creationId xmlns:a16="http://schemas.microsoft.com/office/drawing/2014/main" id="{58BF253D-BDA9-011A-518E-AE0E248F34A7}"/>
                  </a:ext>
                </a:extLst>
              </p:cNvPr>
              <p:cNvGrpSpPr>
                <a:grpSpLocks/>
              </p:cNvGrpSpPr>
              <p:nvPr/>
            </p:nvGrpSpPr>
            <p:grpSpPr bwMode="auto">
              <a:xfrm>
                <a:off x="3686" y="244"/>
                <a:ext cx="177" cy="66"/>
                <a:chOff x="2848" y="848"/>
                <a:chExt cx="140" cy="98"/>
              </a:xfrm>
            </p:grpSpPr>
            <p:sp>
              <p:nvSpPr>
                <p:cNvPr id="143" name="Line 980">
                  <a:extLst>
                    <a:ext uri="{FF2B5EF4-FFF2-40B4-BE49-F238E27FC236}">
                      <a16:creationId xmlns:a16="http://schemas.microsoft.com/office/drawing/2014/main" id="{F3FF30E5-FE58-47B6-8CB3-DDB06AC714E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4" name="Line 981">
                  <a:extLst>
                    <a:ext uri="{FF2B5EF4-FFF2-40B4-BE49-F238E27FC236}">
                      <a16:creationId xmlns:a16="http://schemas.microsoft.com/office/drawing/2014/main" id="{FE20ACEA-82EA-B137-1BD2-4C7ABD06FA1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5" name="Line 982">
                  <a:extLst>
                    <a:ext uri="{FF2B5EF4-FFF2-40B4-BE49-F238E27FC236}">
                      <a16:creationId xmlns:a16="http://schemas.microsoft.com/office/drawing/2014/main" id="{1FDD72D8-C9C6-D980-28A8-D8A9937105E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9" name="Group 983">
                <a:extLst>
                  <a:ext uri="{FF2B5EF4-FFF2-40B4-BE49-F238E27FC236}">
                    <a16:creationId xmlns:a16="http://schemas.microsoft.com/office/drawing/2014/main" id="{BB591F04-3833-FFC9-9DCE-9AA6EA415D18}"/>
                  </a:ext>
                </a:extLst>
              </p:cNvPr>
              <p:cNvGrpSpPr>
                <a:grpSpLocks/>
              </p:cNvGrpSpPr>
              <p:nvPr/>
            </p:nvGrpSpPr>
            <p:grpSpPr bwMode="auto">
              <a:xfrm flipV="1">
                <a:off x="3686" y="243"/>
                <a:ext cx="177" cy="66"/>
                <a:chOff x="2848" y="848"/>
                <a:chExt cx="140" cy="98"/>
              </a:xfrm>
            </p:grpSpPr>
            <p:sp>
              <p:nvSpPr>
                <p:cNvPr id="140" name="Line 984">
                  <a:extLst>
                    <a:ext uri="{FF2B5EF4-FFF2-40B4-BE49-F238E27FC236}">
                      <a16:creationId xmlns:a16="http://schemas.microsoft.com/office/drawing/2014/main" id="{D9CD1BBC-ED15-5F14-7D2E-2E79A757587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1" name="Line 985">
                  <a:extLst>
                    <a:ext uri="{FF2B5EF4-FFF2-40B4-BE49-F238E27FC236}">
                      <a16:creationId xmlns:a16="http://schemas.microsoft.com/office/drawing/2014/main" id="{99EDBF11-D8FE-6275-1B9B-139C02FD7B8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2" name="Line 986">
                  <a:extLst>
                    <a:ext uri="{FF2B5EF4-FFF2-40B4-BE49-F238E27FC236}">
                      <a16:creationId xmlns:a16="http://schemas.microsoft.com/office/drawing/2014/main" id="{3D40812D-BF69-A539-F89A-409A8924C94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146" name="Group 987">
            <a:extLst>
              <a:ext uri="{FF2B5EF4-FFF2-40B4-BE49-F238E27FC236}">
                <a16:creationId xmlns:a16="http://schemas.microsoft.com/office/drawing/2014/main" id="{27A06484-2BA0-73E2-D72B-7D401199917B}"/>
              </a:ext>
            </a:extLst>
          </p:cNvPr>
          <p:cNvGrpSpPr>
            <a:grpSpLocks/>
          </p:cNvGrpSpPr>
          <p:nvPr/>
        </p:nvGrpSpPr>
        <p:grpSpPr bwMode="auto">
          <a:xfrm>
            <a:off x="9120823" y="2938463"/>
            <a:ext cx="671512" cy="387350"/>
            <a:chOff x="3955" y="387"/>
            <a:chExt cx="423" cy="244"/>
          </a:xfrm>
        </p:grpSpPr>
        <p:sp>
          <p:nvSpPr>
            <p:cNvPr id="147" name="Freeform 988">
              <a:extLst>
                <a:ext uri="{FF2B5EF4-FFF2-40B4-BE49-F238E27FC236}">
                  <a16:creationId xmlns:a16="http://schemas.microsoft.com/office/drawing/2014/main" id="{F24BAC65-63FB-5596-7239-9B68F2D246DF}"/>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48" name="Group 989">
              <a:extLst>
                <a:ext uri="{FF2B5EF4-FFF2-40B4-BE49-F238E27FC236}">
                  <a16:creationId xmlns:a16="http://schemas.microsoft.com/office/drawing/2014/main" id="{36A375FD-0F95-E31A-8B32-404695EC0343}"/>
                </a:ext>
              </a:extLst>
            </p:cNvPr>
            <p:cNvGrpSpPr>
              <a:grpSpLocks/>
            </p:cNvGrpSpPr>
            <p:nvPr/>
          </p:nvGrpSpPr>
          <p:grpSpPr bwMode="auto">
            <a:xfrm>
              <a:off x="4002" y="442"/>
              <a:ext cx="316" cy="147"/>
              <a:chOff x="3600" y="219"/>
              <a:chExt cx="360" cy="175"/>
            </a:xfrm>
          </p:grpSpPr>
          <p:sp>
            <p:nvSpPr>
              <p:cNvPr id="149" name="Oval 990">
                <a:extLst>
                  <a:ext uri="{FF2B5EF4-FFF2-40B4-BE49-F238E27FC236}">
                    <a16:creationId xmlns:a16="http://schemas.microsoft.com/office/drawing/2014/main" id="{E4C4639B-C2C0-8B87-77EE-A4778AD483F3}"/>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50" name="Line 991">
                <a:extLst>
                  <a:ext uri="{FF2B5EF4-FFF2-40B4-BE49-F238E27FC236}">
                    <a16:creationId xmlns:a16="http://schemas.microsoft.com/office/drawing/2014/main" id="{24847A39-E046-843B-14A6-7558409F0380}"/>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1" name="Line 992">
                <a:extLst>
                  <a:ext uri="{FF2B5EF4-FFF2-40B4-BE49-F238E27FC236}">
                    <a16:creationId xmlns:a16="http://schemas.microsoft.com/office/drawing/2014/main" id="{45F06762-6F07-68AA-DAB0-D6B70A15E0FF}"/>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2" name="Rectangle 993">
                <a:extLst>
                  <a:ext uri="{FF2B5EF4-FFF2-40B4-BE49-F238E27FC236}">
                    <a16:creationId xmlns:a16="http://schemas.microsoft.com/office/drawing/2014/main" id="{6D53C39B-6F85-0DB6-2728-05D78957B122}"/>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153" name="Oval 994">
                <a:extLst>
                  <a:ext uri="{FF2B5EF4-FFF2-40B4-BE49-F238E27FC236}">
                    <a16:creationId xmlns:a16="http://schemas.microsoft.com/office/drawing/2014/main" id="{7DF2DDD9-8554-662E-9E82-2D55F9C0018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154" name="Group 995">
                <a:extLst>
                  <a:ext uri="{FF2B5EF4-FFF2-40B4-BE49-F238E27FC236}">
                    <a16:creationId xmlns:a16="http://schemas.microsoft.com/office/drawing/2014/main" id="{1424E22E-5EBE-B8C8-452F-B78AD106D15E}"/>
                  </a:ext>
                </a:extLst>
              </p:cNvPr>
              <p:cNvGrpSpPr>
                <a:grpSpLocks/>
              </p:cNvGrpSpPr>
              <p:nvPr/>
            </p:nvGrpSpPr>
            <p:grpSpPr bwMode="auto">
              <a:xfrm>
                <a:off x="3686" y="244"/>
                <a:ext cx="177" cy="66"/>
                <a:chOff x="2848" y="848"/>
                <a:chExt cx="140" cy="98"/>
              </a:xfrm>
            </p:grpSpPr>
            <p:sp>
              <p:nvSpPr>
                <p:cNvPr id="159" name="Line 996">
                  <a:extLst>
                    <a:ext uri="{FF2B5EF4-FFF2-40B4-BE49-F238E27FC236}">
                      <a16:creationId xmlns:a16="http://schemas.microsoft.com/office/drawing/2014/main" id="{B9E5FE79-ADF7-71A2-D235-00471B2E064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0" name="Line 997">
                  <a:extLst>
                    <a:ext uri="{FF2B5EF4-FFF2-40B4-BE49-F238E27FC236}">
                      <a16:creationId xmlns:a16="http://schemas.microsoft.com/office/drawing/2014/main" id="{352B588C-A2F5-6DE9-DF4B-385669CECF2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1" name="Line 998">
                  <a:extLst>
                    <a:ext uri="{FF2B5EF4-FFF2-40B4-BE49-F238E27FC236}">
                      <a16:creationId xmlns:a16="http://schemas.microsoft.com/office/drawing/2014/main" id="{94529041-2719-ACDF-9773-C18FE04E29E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55" name="Group 999">
                <a:extLst>
                  <a:ext uri="{FF2B5EF4-FFF2-40B4-BE49-F238E27FC236}">
                    <a16:creationId xmlns:a16="http://schemas.microsoft.com/office/drawing/2014/main" id="{39B35339-B62F-719D-429E-8119AA18054A}"/>
                  </a:ext>
                </a:extLst>
              </p:cNvPr>
              <p:cNvGrpSpPr>
                <a:grpSpLocks/>
              </p:cNvGrpSpPr>
              <p:nvPr/>
            </p:nvGrpSpPr>
            <p:grpSpPr bwMode="auto">
              <a:xfrm flipV="1">
                <a:off x="3686" y="243"/>
                <a:ext cx="177" cy="66"/>
                <a:chOff x="2848" y="848"/>
                <a:chExt cx="140" cy="98"/>
              </a:xfrm>
            </p:grpSpPr>
            <p:sp>
              <p:nvSpPr>
                <p:cNvPr id="156" name="Line 1000">
                  <a:extLst>
                    <a:ext uri="{FF2B5EF4-FFF2-40B4-BE49-F238E27FC236}">
                      <a16:creationId xmlns:a16="http://schemas.microsoft.com/office/drawing/2014/main" id="{5102C67D-DF08-8505-B518-EB086A5809A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7" name="Line 1001">
                  <a:extLst>
                    <a:ext uri="{FF2B5EF4-FFF2-40B4-BE49-F238E27FC236}">
                      <a16:creationId xmlns:a16="http://schemas.microsoft.com/office/drawing/2014/main" id="{1F23E0BF-F247-4D35-4C04-A08E0684E71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8" name="Line 1002">
                  <a:extLst>
                    <a:ext uri="{FF2B5EF4-FFF2-40B4-BE49-F238E27FC236}">
                      <a16:creationId xmlns:a16="http://schemas.microsoft.com/office/drawing/2014/main" id="{0E47A6A8-6584-AADC-2E39-1FAFEC9F352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162" name="Group 1003">
            <a:extLst>
              <a:ext uri="{FF2B5EF4-FFF2-40B4-BE49-F238E27FC236}">
                <a16:creationId xmlns:a16="http://schemas.microsoft.com/office/drawing/2014/main" id="{47C5CC54-25C8-62A6-3CF9-B91C6F8ECF3D}"/>
              </a:ext>
            </a:extLst>
          </p:cNvPr>
          <p:cNvGrpSpPr>
            <a:grpSpLocks/>
          </p:cNvGrpSpPr>
          <p:nvPr/>
        </p:nvGrpSpPr>
        <p:grpSpPr bwMode="auto">
          <a:xfrm>
            <a:off x="9939973" y="2462213"/>
            <a:ext cx="671512" cy="387350"/>
            <a:chOff x="3955" y="387"/>
            <a:chExt cx="423" cy="244"/>
          </a:xfrm>
        </p:grpSpPr>
        <p:sp>
          <p:nvSpPr>
            <p:cNvPr id="163" name="Freeform 1004">
              <a:extLst>
                <a:ext uri="{FF2B5EF4-FFF2-40B4-BE49-F238E27FC236}">
                  <a16:creationId xmlns:a16="http://schemas.microsoft.com/office/drawing/2014/main" id="{D8F5A358-3DC7-B621-E196-C291D8D5EE01}"/>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64" name="Group 1005">
              <a:extLst>
                <a:ext uri="{FF2B5EF4-FFF2-40B4-BE49-F238E27FC236}">
                  <a16:creationId xmlns:a16="http://schemas.microsoft.com/office/drawing/2014/main" id="{6613665C-D243-242E-C1B9-5D5906BEA508}"/>
                </a:ext>
              </a:extLst>
            </p:cNvPr>
            <p:cNvGrpSpPr>
              <a:grpSpLocks/>
            </p:cNvGrpSpPr>
            <p:nvPr/>
          </p:nvGrpSpPr>
          <p:grpSpPr bwMode="auto">
            <a:xfrm>
              <a:off x="4002" y="442"/>
              <a:ext cx="316" cy="147"/>
              <a:chOff x="3600" y="219"/>
              <a:chExt cx="360" cy="175"/>
            </a:xfrm>
          </p:grpSpPr>
          <p:sp>
            <p:nvSpPr>
              <p:cNvPr id="165" name="Oval 1006">
                <a:extLst>
                  <a:ext uri="{FF2B5EF4-FFF2-40B4-BE49-F238E27FC236}">
                    <a16:creationId xmlns:a16="http://schemas.microsoft.com/office/drawing/2014/main" id="{995E7263-C98C-29F8-9B37-F0A7DA512858}"/>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66" name="Line 1007">
                <a:extLst>
                  <a:ext uri="{FF2B5EF4-FFF2-40B4-BE49-F238E27FC236}">
                    <a16:creationId xmlns:a16="http://schemas.microsoft.com/office/drawing/2014/main" id="{BAF5A26D-6B17-AB90-781C-FE13DC375220}"/>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7" name="Line 1008">
                <a:extLst>
                  <a:ext uri="{FF2B5EF4-FFF2-40B4-BE49-F238E27FC236}">
                    <a16:creationId xmlns:a16="http://schemas.microsoft.com/office/drawing/2014/main" id="{E093FF90-8389-1D08-A06C-AE111C5DF30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8" name="Rectangle 1009">
                <a:extLst>
                  <a:ext uri="{FF2B5EF4-FFF2-40B4-BE49-F238E27FC236}">
                    <a16:creationId xmlns:a16="http://schemas.microsoft.com/office/drawing/2014/main" id="{3543FF78-171C-1553-5411-F6B202CB1787}"/>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169" name="Oval 1010">
                <a:extLst>
                  <a:ext uri="{FF2B5EF4-FFF2-40B4-BE49-F238E27FC236}">
                    <a16:creationId xmlns:a16="http://schemas.microsoft.com/office/drawing/2014/main" id="{1517C484-4D49-0F4A-27CF-4087F3C81F4A}"/>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170" name="Group 1011">
                <a:extLst>
                  <a:ext uri="{FF2B5EF4-FFF2-40B4-BE49-F238E27FC236}">
                    <a16:creationId xmlns:a16="http://schemas.microsoft.com/office/drawing/2014/main" id="{A0D810D3-6B61-F55D-D1AF-0F82AAB134DC}"/>
                  </a:ext>
                </a:extLst>
              </p:cNvPr>
              <p:cNvGrpSpPr>
                <a:grpSpLocks/>
              </p:cNvGrpSpPr>
              <p:nvPr/>
            </p:nvGrpSpPr>
            <p:grpSpPr bwMode="auto">
              <a:xfrm>
                <a:off x="3686" y="244"/>
                <a:ext cx="177" cy="66"/>
                <a:chOff x="2848" y="848"/>
                <a:chExt cx="140" cy="98"/>
              </a:xfrm>
            </p:grpSpPr>
            <p:sp>
              <p:nvSpPr>
                <p:cNvPr id="175" name="Line 1012">
                  <a:extLst>
                    <a:ext uri="{FF2B5EF4-FFF2-40B4-BE49-F238E27FC236}">
                      <a16:creationId xmlns:a16="http://schemas.microsoft.com/office/drawing/2014/main" id="{D20AF014-C226-332D-89F1-64662F0936E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6" name="Line 1013">
                  <a:extLst>
                    <a:ext uri="{FF2B5EF4-FFF2-40B4-BE49-F238E27FC236}">
                      <a16:creationId xmlns:a16="http://schemas.microsoft.com/office/drawing/2014/main" id="{686879EC-1679-5E76-AEF5-0E9FE0CF4C0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7" name="Line 1014">
                  <a:extLst>
                    <a:ext uri="{FF2B5EF4-FFF2-40B4-BE49-F238E27FC236}">
                      <a16:creationId xmlns:a16="http://schemas.microsoft.com/office/drawing/2014/main" id="{6F36438B-1D0E-7AA1-8F39-C6B2B431C61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1" name="Group 1015">
                <a:extLst>
                  <a:ext uri="{FF2B5EF4-FFF2-40B4-BE49-F238E27FC236}">
                    <a16:creationId xmlns:a16="http://schemas.microsoft.com/office/drawing/2014/main" id="{662B9EA9-5351-893F-4E8C-2B70FC28864F}"/>
                  </a:ext>
                </a:extLst>
              </p:cNvPr>
              <p:cNvGrpSpPr>
                <a:grpSpLocks/>
              </p:cNvGrpSpPr>
              <p:nvPr/>
            </p:nvGrpSpPr>
            <p:grpSpPr bwMode="auto">
              <a:xfrm flipV="1">
                <a:off x="3686" y="243"/>
                <a:ext cx="177" cy="66"/>
                <a:chOff x="2848" y="848"/>
                <a:chExt cx="140" cy="98"/>
              </a:xfrm>
            </p:grpSpPr>
            <p:sp>
              <p:nvSpPr>
                <p:cNvPr id="172" name="Line 1016">
                  <a:extLst>
                    <a:ext uri="{FF2B5EF4-FFF2-40B4-BE49-F238E27FC236}">
                      <a16:creationId xmlns:a16="http://schemas.microsoft.com/office/drawing/2014/main" id="{386408A3-DE19-4203-71B0-4BD91762FCC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3" name="Line 1017">
                  <a:extLst>
                    <a:ext uri="{FF2B5EF4-FFF2-40B4-BE49-F238E27FC236}">
                      <a16:creationId xmlns:a16="http://schemas.microsoft.com/office/drawing/2014/main" id="{CD95A635-C35D-EBD1-7821-1927DC25A08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 name="Line 1018">
                  <a:extLst>
                    <a:ext uri="{FF2B5EF4-FFF2-40B4-BE49-F238E27FC236}">
                      <a16:creationId xmlns:a16="http://schemas.microsoft.com/office/drawing/2014/main" id="{46CBF933-AF97-E633-BF5E-0AFDDE390B8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178" name="Group 1019">
            <a:extLst>
              <a:ext uri="{FF2B5EF4-FFF2-40B4-BE49-F238E27FC236}">
                <a16:creationId xmlns:a16="http://schemas.microsoft.com/office/drawing/2014/main" id="{EF5FEACC-6093-1785-30E7-11F520523B98}"/>
              </a:ext>
            </a:extLst>
          </p:cNvPr>
          <p:cNvGrpSpPr>
            <a:grpSpLocks/>
          </p:cNvGrpSpPr>
          <p:nvPr/>
        </p:nvGrpSpPr>
        <p:grpSpPr bwMode="auto">
          <a:xfrm>
            <a:off x="9035098" y="2262188"/>
            <a:ext cx="671512" cy="387350"/>
            <a:chOff x="3955" y="387"/>
            <a:chExt cx="423" cy="244"/>
          </a:xfrm>
        </p:grpSpPr>
        <p:sp>
          <p:nvSpPr>
            <p:cNvPr id="179" name="Freeform 1020">
              <a:extLst>
                <a:ext uri="{FF2B5EF4-FFF2-40B4-BE49-F238E27FC236}">
                  <a16:creationId xmlns:a16="http://schemas.microsoft.com/office/drawing/2014/main" id="{612C96D1-EC5D-EDC4-16E9-AE67991CE213}"/>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80" name="Group 1021">
              <a:extLst>
                <a:ext uri="{FF2B5EF4-FFF2-40B4-BE49-F238E27FC236}">
                  <a16:creationId xmlns:a16="http://schemas.microsoft.com/office/drawing/2014/main" id="{D09D63F9-EAF4-A53F-4311-AD819215876D}"/>
                </a:ext>
              </a:extLst>
            </p:cNvPr>
            <p:cNvGrpSpPr>
              <a:grpSpLocks/>
            </p:cNvGrpSpPr>
            <p:nvPr/>
          </p:nvGrpSpPr>
          <p:grpSpPr bwMode="auto">
            <a:xfrm>
              <a:off x="4002" y="442"/>
              <a:ext cx="316" cy="147"/>
              <a:chOff x="3600" y="219"/>
              <a:chExt cx="360" cy="175"/>
            </a:xfrm>
          </p:grpSpPr>
          <p:sp>
            <p:nvSpPr>
              <p:cNvPr id="181" name="Oval 1022">
                <a:extLst>
                  <a:ext uri="{FF2B5EF4-FFF2-40B4-BE49-F238E27FC236}">
                    <a16:creationId xmlns:a16="http://schemas.microsoft.com/office/drawing/2014/main" id="{1DDF39D6-6335-4E1E-97FF-61F261A94D8D}"/>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82" name="Line 1023">
                <a:extLst>
                  <a:ext uri="{FF2B5EF4-FFF2-40B4-BE49-F238E27FC236}">
                    <a16:creationId xmlns:a16="http://schemas.microsoft.com/office/drawing/2014/main" id="{7209A9B1-1431-76AF-64F8-6AEB195409C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3" name="Line 0">
                <a:extLst>
                  <a:ext uri="{FF2B5EF4-FFF2-40B4-BE49-F238E27FC236}">
                    <a16:creationId xmlns:a16="http://schemas.microsoft.com/office/drawing/2014/main" id="{06564E02-441F-6F19-E983-42ED82BCE73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 name="Rectangle 1">
                <a:extLst>
                  <a:ext uri="{FF2B5EF4-FFF2-40B4-BE49-F238E27FC236}">
                    <a16:creationId xmlns:a16="http://schemas.microsoft.com/office/drawing/2014/main" id="{EB69066F-5903-5705-0BA3-F06E3FF77B52}"/>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185" name="Oval 2">
                <a:extLst>
                  <a:ext uri="{FF2B5EF4-FFF2-40B4-BE49-F238E27FC236}">
                    <a16:creationId xmlns:a16="http://schemas.microsoft.com/office/drawing/2014/main" id="{A5979935-133C-4E7F-7C2E-2820CAED821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186" name="Group 3">
                <a:extLst>
                  <a:ext uri="{FF2B5EF4-FFF2-40B4-BE49-F238E27FC236}">
                    <a16:creationId xmlns:a16="http://schemas.microsoft.com/office/drawing/2014/main" id="{B6495B65-71C9-1BD8-FE31-D5316AD1FD1A}"/>
                  </a:ext>
                </a:extLst>
              </p:cNvPr>
              <p:cNvGrpSpPr>
                <a:grpSpLocks/>
              </p:cNvGrpSpPr>
              <p:nvPr/>
            </p:nvGrpSpPr>
            <p:grpSpPr bwMode="auto">
              <a:xfrm>
                <a:off x="3686" y="244"/>
                <a:ext cx="177" cy="66"/>
                <a:chOff x="2848" y="848"/>
                <a:chExt cx="140" cy="98"/>
              </a:xfrm>
            </p:grpSpPr>
            <p:sp>
              <p:nvSpPr>
                <p:cNvPr id="191" name="Line 4">
                  <a:extLst>
                    <a:ext uri="{FF2B5EF4-FFF2-40B4-BE49-F238E27FC236}">
                      <a16:creationId xmlns:a16="http://schemas.microsoft.com/office/drawing/2014/main" id="{DFB3E349-1801-8AE5-12C1-BC075D89139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2" name="Line 5">
                  <a:extLst>
                    <a:ext uri="{FF2B5EF4-FFF2-40B4-BE49-F238E27FC236}">
                      <a16:creationId xmlns:a16="http://schemas.microsoft.com/office/drawing/2014/main" id="{4C223D82-4639-15B9-9852-8BCA5119AFE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3" name="Line 6">
                  <a:extLst>
                    <a:ext uri="{FF2B5EF4-FFF2-40B4-BE49-F238E27FC236}">
                      <a16:creationId xmlns:a16="http://schemas.microsoft.com/office/drawing/2014/main" id="{376B5F31-D880-AEEF-C518-532A7DCCFFE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87" name="Group 7">
                <a:extLst>
                  <a:ext uri="{FF2B5EF4-FFF2-40B4-BE49-F238E27FC236}">
                    <a16:creationId xmlns:a16="http://schemas.microsoft.com/office/drawing/2014/main" id="{C8A32BFA-D78B-7086-3456-58BDD5FF2450}"/>
                  </a:ext>
                </a:extLst>
              </p:cNvPr>
              <p:cNvGrpSpPr>
                <a:grpSpLocks/>
              </p:cNvGrpSpPr>
              <p:nvPr/>
            </p:nvGrpSpPr>
            <p:grpSpPr bwMode="auto">
              <a:xfrm flipV="1">
                <a:off x="3686" y="243"/>
                <a:ext cx="177" cy="66"/>
                <a:chOff x="2848" y="848"/>
                <a:chExt cx="140" cy="98"/>
              </a:xfrm>
            </p:grpSpPr>
            <p:sp>
              <p:nvSpPr>
                <p:cNvPr id="188" name="Line 8">
                  <a:extLst>
                    <a:ext uri="{FF2B5EF4-FFF2-40B4-BE49-F238E27FC236}">
                      <a16:creationId xmlns:a16="http://schemas.microsoft.com/office/drawing/2014/main" id="{8158E59E-BC79-D994-A788-7F9568D543E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9" name="Line 9">
                  <a:extLst>
                    <a:ext uri="{FF2B5EF4-FFF2-40B4-BE49-F238E27FC236}">
                      <a16:creationId xmlns:a16="http://schemas.microsoft.com/office/drawing/2014/main" id="{46676AC1-9B3A-088F-E63A-F6AD90AAF06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0" name="Line 10">
                  <a:extLst>
                    <a:ext uri="{FF2B5EF4-FFF2-40B4-BE49-F238E27FC236}">
                      <a16:creationId xmlns:a16="http://schemas.microsoft.com/office/drawing/2014/main" id="{D6D0E2FC-484E-7F42-5F9A-67599783957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194" name="Group 11">
            <a:extLst>
              <a:ext uri="{FF2B5EF4-FFF2-40B4-BE49-F238E27FC236}">
                <a16:creationId xmlns:a16="http://schemas.microsoft.com/office/drawing/2014/main" id="{0AC9910B-D88B-2503-7523-2EF511DF7D58}"/>
              </a:ext>
            </a:extLst>
          </p:cNvPr>
          <p:cNvGrpSpPr>
            <a:grpSpLocks/>
          </p:cNvGrpSpPr>
          <p:nvPr/>
        </p:nvGrpSpPr>
        <p:grpSpPr bwMode="auto">
          <a:xfrm>
            <a:off x="8092123" y="2471738"/>
            <a:ext cx="671512" cy="387350"/>
            <a:chOff x="3955" y="387"/>
            <a:chExt cx="423" cy="244"/>
          </a:xfrm>
        </p:grpSpPr>
        <p:sp>
          <p:nvSpPr>
            <p:cNvPr id="195" name="Freeform 12">
              <a:extLst>
                <a:ext uri="{FF2B5EF4-FFF2-40B4-BE49-F238E27FC236}">
                  <a16:creationId xmlns:a16="http://schemas.microsoft.com/office/drawing/2014/main" id="{206287B4-6A95-3E10-D568-249760B6523A}"/>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96" name="Group 13">
              <a:extLst>
                <a:ext uri="{FF2B5EF4-FFF2-40B4-BE49-F238E27FC236}">
                  <a16:creationId xmlns:a16="http://schemas.microsoft.com/office/drawing/2014/main" id="{7C7F0673-DD40-E984-3784-9B376E22D37C}"/>
                </a:ext>
              </a:extLst>
            </p:cNvPr>
            <p:cNvGrpSpPr>
              <a:grpSpLocks/>
            </p:cNvGrpSpPr>
            <p:nvPr/>
          </p:nvGrpSpPr>
          <p:grpSpPr bwMode="auto">
            <a:xfrm>
              <a:off x="4002" y="442"/>
              <a:ext cx="316" cy="147"/>
              <a:chOff x="3600" y="219"/>
              <a:chExt cx="360" cy="175"/>
            </a:xfrm>
          </p:grpSpPr>
          <p:sp>
            <p:nvSpPr>
              <p:cNvPr id="197" name="Oval 14">
                <a:extLst>
                  <a:ext uri="{FF2B5EF4-FFF2-40B4-BE49-F238E27FC236}">
                    <a16:creationId xmlns:a16="http://schemas.microsoft.com/office/drawing/2014/main" id="{2DF6559E-417F-EF16-B223-3F1AE16825B8}"/>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98" name="Line 15">
                <a:extLst>
                  <a:ext uri="{FF2B5EF4-FFF2-40B4-BE49-F238E27FC236}">
                    <a16:creationId xmlns:a16="http://schemas.microsoft.com/office/drawing/2014/main" id="{B2D4F3CE-A576-E88F-B903-160818A4A8BB}"/>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9" name="Line 16">
                <a:extLst>
                  <a:ext uri="{FF2B5EF4-FFF2-40B4-BE49-F238E27FC236}">
                    <a16:creationId xmlns:a16="http://schemas.microsoft.com/office/drawing/2014/main" id="{2B61025C-9E03-8E37-2E53-331641D710D9}"/>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0" name="Rectangle 17">
                <a:extLst>
                  <a:ext uri="{FF2B5EF4-FFF2-40B4-BE49-F238E27FC236}">
                    <a16:creationId xmlns:a16="http://schemas.microsoft.com/office/drawing/2014/main" id="{4D3B36D2-45CE-6308-F7CC-7CF371D97C77}"/>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201" name="Oval 18">
                <a:extLst>
                  <a:ext uri="{FF2B5EF4-FFF2-40B4-BE49-F238E27FC236}">
                    <a16:creationId xmlns:a16="http://schemas.microsoft.com/office/drawing/2014/main" id="{6C5ED79F-7209-70C5-BC8F-A8391177A179}"/>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202" name="Group 19">
                <a:extLst>
                  <a:ext uri="{FF2B5EF4-FFF2-40B4-BE49-F238E27FC236}">
                    <a16:creationId xmlns:a16="http://schemas.microsoft.com/office/drawing/2014/main" id="{5A21A44F-9D1B-E1AE-33A7-7B865408D0C5}"/>
                  </a:ext>
                </a:extLst>
              </p:cNvPr>
              <p:cNvGrpSpPr>
                <a:grpSpLocks/>
              </p:cNvGrpSpPr>
              <p:nvPr/>
            </p:nvGrpSpPr>
            <p:grpSpPr bwMode="auto">
              <a:xfrm>
                <a:off x="3686" y="244"/>
                <a:ext cx="177" cy="66"/>
                <a:chOff x="2848" y="848"/>
                <a:chExt cx="140" cy="98"/>
              </a:xfrm>
            </p:grpSpPr>
            <p:sp>
              <p:nvSpPr>
                <p:cNvPr id="207" name="Line 20">
                  <a:extLst>
                    <a:ext uri="{FF2B5EF4-FFF2-40B4-BE49-F238E27FC236}">
                      <a16:creationId xmlns:a16="http://schemas.microsoft.com/office/drawing/2014/main" id="{3364200E-6B5B-D7FF-9324-D5BEA9EB155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8" name="Line 21">
                  <a:extLst>
                    <a:ext uri="{FF2B5EF4-FFF2-40B4-BE49-F238E27FC236}">
                      <a16:creationId xmlns:a16="http://schemas.microsoft.com/office/drawing/2014/main" id="{1AE30455-62EB-6E6A-1709-7A703323F8D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9" name="Line 22">
                  <a:extLst>
                    <a:ext uri="{FF2B5EF4-FFF2-40B4-BE49-F238E27FC236}">
                      <a16:creationId xmlns:a16="http://schemas.microsoft.com/office/drawing/2014/main" id="{E4922594-FED9-D18C-97C4-57A43657332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03" name="Group 23">
                <a:extLst>
                  <a:ext uri="{FF2B5EF4-FFF2-40B4-BE49-F238E27FC236}">
                    <a16:creationId xmlns:a16="http://schemas.microsoft.com/office/drawing/2014/main" id="{DC2CA1A4-CB0B-3291-0358-EE50B7FBD3AD}"/>
                  </a:ext>
                </a:extLst>
              </p:cNvPr>
              <p:cNvGrpSpPr>
                <a:grpSpLocks/>
              </p:cNvGrpSpPr>
              <p:nvPr/>
            </p:nvGrpSpPr>
            <p:grpSpPr bwMode="auto">
              <a:xfrm flipV="1">
                <a:off x="3686" y="243"/>
                <a:ext cx="177" cy="66"/>
                <a:chOff x="2848" y="848"/>
                <a:chExt cx="140" cy="98"/>
              </a:xfrm>
            </p:grpSpPr>
            <p:sp>
              <p:nvSpPr>
                <p:cNvPr id="204" name="Line 24">
                  <a:extLst>
                    <a:ext uri="{FF2B5EF4-FFF2-40B4-BE49-F238E27FC236}">
                      <a16:creationId xmlns:a16="http://schemas.microsoft.com/office/drawing/2014/main" id="{4BAB7247-9DAF-FBD4-0110-86BEFF32B03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 name="Line 25">
                  <a:extLst>
                    <a:ext uri="{FF2B5EF4-FFF2-40B4-BE49-F238E27FC236}">
                      <a16:creationId xmlns:a16="http://schemas.microsoft.com/office/drawing/2014/main" id="{37BFCD97-9CF7-BA1E-479D-DA9E175ED68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6" name="Line 26">
                  <a:extLst>
                    <a:ext uri="{FF2B5EF4-FFF2-40B4-BE49-F238E27FC236}">
                      <a16:creationId xmlns:a16="http://schemas.microsoft.com/office/drawing/2014/main" id="{EA2C56A9-F28C-0A57-FA3E-B69CBB20742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210" name="Group 27">
            <a:extLst>
              <a:ext uri="{FF2B5EF4-FFF2-40B4-BE49-F238E27FC236}">
                <a16:creationId xmlns:a16="http://schemas.microsoft.com/office/drawing/2014/main" id="{8747866D-02B6-8648-CFF0-7E535672B26C}"/>
              </a:ext>
            </a:extLst>
          </p:cNvPr>
          <p:cNvGrpSpPr>
            <a:grpSpLocks/>
          </p:cNvGrpSpPr>
          <p:nvPr/>
        </p:nvGrpSpPr>
        <p:grpSpPr bwMode="auto">
          <a:xfrm>
            <a:off x="8073073" y="4129088"/>
            <a:ext cx="671512" cy="387350"/>
            <a:chOff x="3955" y="387"/>
            <a:chExt cx="423" cy="244"/>
          </a:xfrm>
        </p:grpSpPr>
        <p:sp>
          <p:nvSpPr>
            <p:cNvPr id="211" name="Freeform 28">
              <a:extLst>
                <a:ext uri="{FF2B5EF4-FFF2-40B4-BE49-F238E27FC236}">
                  <a16:creationId xmlns:a16="http://schemas.microsoft.com/office/drawing/2014/main" id="{4AA3E3DC-BA74-611E-E023-8FC65C0F78D5}"/>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212" name="Group 29">
              <a:extLst>
                <a:ext uri="{FF2B5EF4-FFF2-40B4-BE49-F238E27FC236}">
                  <a16:creationId xmlns:a16="http://schemas.microsoft.com/office/drawing/2014/main" id="{B773C958-F769-993E-D4F8-EA7057A64D3C}"/>
                </a:ext>
              </a:extLst>
            </p:cNvPr>
            <p:cNvGrpSpPr>
              <a:grpSpLocks/>
            </p:cNvGrpSpPr>
            <p:nvPr/>
          </p:nvGrpSpPr>
          <p:grpSpPr bwMode="auto">
            <a:xfrm>
              <a:off x="4002" y="442"/>
              <a:ext cx="316" cy="147"/>
              <a:chOff x="3600" y="219"/>
              <a:chExt cx="360" cy="175"/>
            </a:xfrm>
          </p:grpSpPr>
          <p:sp>
            <p:nvSpPr>
              <p:cNvPr id="213" name="Oval 30">
                <a:extLst>
                  <a:ext uri="{FF2B5EF4-FFF2-40B4-BE49-F238E27FC236}">
                    <a16:creationId xmlns:a16="http://schemas.microsoft.com/office/drawing/2014/main" id="{0DC4D41E-CAB8-13A5-49EE-FC7D945B185F}"/>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14" name="Line 31">
                <a:extLst>
                  <a:ext uri="{FF2B5EF4-FFF2-40B4-BE49-F238E27FC236}">
                    <a16:creationId xmlns:a16="http://schemas.microsoft.com/office/drawing/2014/main" id="{2D32D8BA-C286-54A4-4BE0-1C0F64246C9D}"/>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 name="Line 32">
                <a:extLst>
                  <a:ext uri="{FF2B5EF4-FFF2-40B4-BE49-F238E27FC236}">
                    <a16:creationId xmlns:a16="http://schemas.microsoft.com/office/drawing/2014/main" id="{74AF8CB5-B6F3-6C00-65EA-BC7B750F66C6}"/>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6" name="Rectangle 33">
                <a:extLst>
                  <a:ext uri="{FF2B5EF4-FFF2-40B4-BE49-F238E27FC236}">
                    <a16:creationId xmlns:a16="http://schemas.microsoft.com/office/drawing/2014/main" id="{89DD846D-0F6B-50D2-F31B-BB7315527BC1}"/>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217" name="Oval 34">
                <a:extLst>
                  <a:ext uri="{FF2B5EF4-FFF2-40B4-BE49-F238E27FC236}">
                    <a16:creationId xmlns:a16="http://schemas.microsoft.com/office/drawing/2014/main" id="{0FFD1E9E-A2A2-94ED-AB1D-42C5FB1C334A}"/>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218" name="Group 35">
                <a:extLst>
                  <a:ext uri="{FF2B5EF4-FFF2-40B4-BE49-F238E27FC236}">
                    <a16:creationId xmlns:a16="http://schemas.microsoft.com/office/drawing/2014/main" id="{28CDEC5C-79E3-C755-3334-B920C098CE6B}"/>
                  </a:ext>
                </a:extLst>
              </p:cNvPr>
              <p:cNvGrpSpPr>
                <a:grpSpLocks/>
              </p:cNvGrpSpPr>
              <p:nvPr/>
            </p:nvGrpSpPr>
            <p:grpSpPr bwMode="auto">
              <a:xfrm>
                <a:off x="3686" y="244"/>
                <a:ext cx="177" cy="66"/>
                <a:chOff x="2848" y="848"/>
                <a:chExt cx="140" cy="98"/>
              </a:xfrm>
            </p:grpSpPr>
            <p:sp>
              <p:nvSpPr>
                <p:cNvPr id="223" name="Line 36">
                  <a:extLst>
                    <a:ext uri="{FF2B5EF4-FFF2-40B4-BE49-F238E27FC236}">
                      <a16:creationId xmlns:a16="http://schemas.microsoft.com/office/drawing/2014/main" id="{6DAD1D31-A056-4A39-8559-77466A8EDAE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4" name="Line 37">
                  <a:extLst>
                    <a:ext uri="{FF2B5EF4-FFF2-40B4-BE49-F238E27FC236}">
                      <a16:creationId xmlns:a16="http://schemas.microsoft.com/office/drawing/2014/main" id="{B7F9B88B-D6A7-132C-FCB6-D71E6E1F102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 name="Line 38">
                  <a:extLst>
                    <a:ext uri="{FF2B5EF4-FFF2-40B4-BE49-F238E27FC236}">
                      <a16:creationId xmlns:a16="http://schemas.microsoft.com/office/drawing/2014/main" id="{2CE4515D-2423-E34A-7BA3-6A659F9D65A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19" name="Group 39">
                <a:extLst>
                  <a:ext uri="{FF2B5EF4-FFF2-40B4-BE49-F238E27FC236}">
                    <a16:creationId xmlns:a16="http://schemas.microsoft.com/office/drawing/2014/main" id="{419CD972-A552-1FE0-F2D1-7021FA7512AA}"/>
                  </a:ext>
                </a:extLst>
              </p:cNvPr>
              <p:cNvGrpSpPr>
                <a:grpSpLocks/>
              </p:cNvGrpSpPr>
              <p:nvPr/>
            </p:nvGrpSpPr>
            <p:grpSpPr bwMode="auto">
              <a:xfrm flipV="1">
                <a:off x="3686" y="243"/>
                <a:ext cx="177" cy="66"/>
                <a:chOff x="2848" y="848"/>
                <a:chExt cx="140" cy="98"/>
              </a:xfrm>
            </p:grpSpPr>
            <p:sp>
              <p:nvSpPr>
                <p:cNvPr id="220" name="Line 40">
                  <a:extLst>
                    <a:ext uri="{FF2B5EF4-FFF2-40B4-BE49-F238E27FC236}">
                      <a16:creationId xmlns:a16="http://schemas.microsoft.com/office/drawing/2014/main" id="{2B10B119-035F-F88A-65D9-CA880C69CBA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1" name="Line 41">
                  <a:extLst>
                    <a:ext uri="{FF2B5EF4-FFF2-40B4-BE49-F238E27FC236}">
                      <a16:creationId xmlns:a16="http://schemas.microsoft.com/office/drawing/2014/main" id="{1498E567-76BF-AA49-7410-560F7FE2651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2" name="Line 42">
                  <a:extLst>
                    <a:ext uri="{FF2B5EF4-FFF2-40B4-BE49-F238E27FC236}">
                      <a16:creationId xmlns:a16="http://schemas.microsoft.com/office/drawing/2014/main" id="{07DDB494-1D51-1ACA-3E5B-26E9E3AE4ED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pSp>
        <p:nvGrpSpPr>
          <p:cNvPr id="226" name="Group 43">
            <a:extLst>
              <a:ext uri="{FF2B5EF4-FFF2-40B4-BE49-F238E27FC236}">
                <a16:creationId xmlns:a16="http://schemas.microsoft.com/office/drawing/2014/main" id="{5F517669-7FEB-94FC-9AB2-1AC0F79C2EAF}"/>
              </a:ext>
            </a:extLst>
          </p:cNvPr>
          <p:cNvGrpSpPr>
            <a:grpSpLocks/>
          </p:cNvGrpSpPr>
          <p:nvPr/>
        </p:nvGrpSpPr>
        <p:grpSpPr bwMode="auto">
          <a:xfrm>
            <a:off x="8882698" y="4471988"/>
            <a:ext cx="671512" cy="387350"/>
            <a:chOff x="3955" y="387"/>
            <a:chExt cx="423" cy="244"/>
          </a:xfrm>
        </p:grpSpPr>
        <p:sp>
          <p:nvSpPr>
            <p:cNvPr id="227" name="Freeform 44">
              <a:extLst>
                <a:ext uri="{FF2B5EF4-FFF2-40B4-BE49-F238E27FC236}">
                  <a16:creationId xmlns:a16="http://schemas.microsoft.com/office/drawing/2014/main" id="{749C6109-FC1D-122F-8303-DEE70C63CA1F}"/>
                </a:ext>
              </a:extLst>
            </p:cNvPr>
            <p:cNvSpPr>
              <a:spLocks/>
            </p:cNvSpPr>
            <p:nvPr/>
          </p:nvSpPr>
          <p:spPr bwMode="auto">
            <a:xfrm>
              <a:off x="3955" y="387"/>
              <a:ext cx="423" cy="244"/>
            </a:xfrm>
            <a:custGeom>
              <a:avLst/>
              <a:gdLst>
                <a:gd name="T0" fmla="*/ 183 w 423"/>
                <a:gd name="T1" fmla="*/ 11 h 244"/>
                <a:gd name="T2" fmla="*/ 43 w 423"/>
                <a:gd name="T3" fmla="*/ 43 h 244"/>
                <a:gd name="T4" fmla="*/ 3 w 423"/>
                <a:gd name="T5" fmla="*/ 169 h 244"/>
                <a:gd name="T6" fmla="*/ 63 w 423"/>
                <a:gd name="T7" fmla="*/ 233 h 244"/>
                <a:gd name="T8" fmla="*/ 287 w 423"/>
                <a:gd name="T9" fmla="*/ 237 h 244"/>
                <a:gd name="T10" fmla="*/ 403 w 423"/>
                <a:gd name="T11" fmla="*/ 189 h 244"/>
                <a:gd name="T12" fmla="*/ 407 w 423"/>
                <a:gd name="T13" fmla="*/ 87 h 244"/>
                <a:gd name="T14" fmla="*/ 329 w 423"/>
                <a:gd name="T15" fmla="*/ 13 h 244"/>
                <a:gd name="T16" fmla="*/ 183 w 423"/>
                <a:gd name="T17" fmla="*/ 11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3"/>
                <a:gd name="T28" fmla="*/ 0 h 244"/>
                <a:gd name="T29" fmla="*/ 423 w 423"/>
                <a:gd name="T30" fmla="*/ 244 h 2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3" h="244">
                  <a:moveTo>
                    <a:pt x="183" y="11"/>
                  </a:moveTo>
                  <a:cubicBezTo>
                    <a:pt x="135" y="16"/>
                    <a:pt x="73" y="17"/>
                    <a:pt x="43" y="43"/>
                  </a:cubicBezTo>
                  <a:cubicBezTo>
                    <a:pt x="13" y="69"/>
                    <a:pt x="0" y="137"/>
                    <a:pt x="3" y="169"/>
                  </a:cubicBezTo>
                  <a:cubicBezTo>
                    <a:pt x="6" y="201"/>
                    <a:pt x="16" y="222"/>
                    <a:pt x="63" y="233"/>
                  </a:cubicBezTo>
                  <a:cubicBezTo>
                    <a:pt x="110" y="244"/>
                    <a:pt x="230" y="244"/>
                    <a:pt x="287" y="237"/>
                  </a:cubicBezTo>
                  <a:cubicBezTo>
                    <a:pt x="344" y="230"/>
                    <a:pt x="383" y="214"/>
                    <a:pt x="403" y="189"/>
                  </a:cubicBezTo>
                  <a:cubicBezTo>
                    <a:pt x="423" y="164"/>
                    <a:pt x="419" y="116"/>
                    <a:pt x="407" y="87"/>
                  </a:cubicBezTo>
                  <a:cubicBezTo>
                    <a:pt x="395" y="58"/>
                    <a:pt x="366" y="26"/>
                    <a:pt x="329" y="13"/>
                  </a:cubicBezTo>
                  <a:cubicBezTo>
                    <a:pt x="292" y="0"/>
                    <a:pt x="232" y="7"/>
                    <a:pt x="183" y="11"/>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228" name="Group 45">
              <a:extLst>
                <a:ext uri="{FF2B5EF4-FFF2-40B4-BE49-F238E27FC236}">
                  <a16:creationId xmlns:a16="http://schemas.microsoft.com/office/drawing/2014/main" id="{F62963DB-E098-B03A-7A44-FDFC9CFF995F}"/>
                </a:ext>
              </a:extLst>
            </p:cNvPr>
            <p:cNvGrpSpPr>
              <a:grpSpLocks/>
            </p:cNvGrpSpPr>
            <p:nvPr/>
          </p:nvGrpSpPr>
          <p:grpSpPr bwMode="auto">
            <a:xfrm>
              <a:off x="4002" y="442"/>
              <a:ext cx="316" cy="147"/>
              <a:chOff x="3600" y="219"/>
              <a:chExt cx="360" cy="175"/>
            </a:xfrm>
          </p:grpSpPr>
          <p:sp>
            <p:nvSpPr>
              <p:cNvPr id="229" name="Oval 46">
                <a:extLst>
                  <a:ext uri="{FF2B5EF4-FFF2-40B4-BE49-F238E27FC236}">
                    <a16:creationId xmlns:a16="http://schemas.microsoft.com/office/drawing/2014/main" id="{EA6C1099-D1A0-66C4-911C-53221B5A54F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30" name="Line 47">
                <a:extLst>
                  <a:ext uri="{FF2B5EF4-FFF2-40B4-BE49-F238E27FC236}">
                    <a16:creationId xmlns:a16="http://schemas.microsoft.com/office/drawing/2014/main" id="{895BA58C-77F8-8B86-137E-AE27D202FB9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1" name="Line 48">
                <a:extLst>
                  <a:ext uri="{FF2B5EF4-FFF2-40B4-BE49-F238E27FC236}">
                    <a16:creationId xmlns:a16="http://schemas.microsoft.com/office/drawing/2014/main" id="{821BBD4F-2BED-5478-0C4F-A19C6D82A06F}"/>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2" name="Rectangle 49">
                <a:extLst>
                  <a:ext uri="{FF2B5EF4-FFF2-40B4-BE49-F238E27FC236}">
                    <a16:creationId xmlns:a16="http://schemas.microsoft.com/office/drawing/2014/main" id="{A0C043D9-3C92-2E1A-6540-BA1BE60FF8CC}"/>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233" name="Oval 50">
                <a:extLst>
                  <a:ext uri="{FF2B5EF4-FFF2-40B4-BE49-F238E27FC236}">
                    <a16:creationId xmlns:a16="http://schemas.microsoft.com/office/drawing/2014/main" id="{B4D507CB-68B9-98F1-11B5-597121E5027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234" name="Group 51">
                <a:extLst>
                  <a:ext uri="{FF2B5EF4-FFF2-40B4-BE49-F238E27FC236}">
                    <a16:creationId xmlns:a16="http://schemas.microsoft.com/office/drawing/2014/main" id="{45B3E68B-E804-94BF-018E-FDF403EB8C9E}"/>
                  </a:ext>
                </a:extLst>
              </p:cNvPr>
              <p:cNvGrpSpPr>
                <a:grpSpLocks/>
              </p:cNvGrpSpPr>
              <p:nvPr/>
            </p:nvGrpSpPr>
            <p:grpSpPr bwMode="auto">
              <a:xfrm>
                <a:off x="3686" y="244"/>
                <a:ext cx="177" cy="66"/>
                <a:chOff x="2848" y="848"/>
                <a:chExt cx="140" cy="98"/>
              </a:xfrm>
            </p:grpSpPr>
            <p:sp>
              <p:nvSpPr>
                <p:cNvPr id="239" name="Line 52">
                  <a:extLst>
                    <a:ext uri="{FF2B5EF4-FFF2-40B4-BE49-F238E27FC236}">
                      <a16:creationId xmlns:a16="http://schemas.microsoft.com/office/drawing/2014/main" id="{0E2286BB-A7BC-5368-6177-BABA475A7FA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0" name="Line 53">
                  <a:extLst>
                    <a:ext uri="{FF2B5EF4-FFF2-40B4-BE49-F238E27FC236}">
                      <a16:creationId xmlns:a16="http://schemas.microsoft.com/office/drawing/2014/main" id="{462126AA-D0F4-1654-E1BB-193DADEA998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1" name="Line 54">
                  <a:extLst>
                    <a:ext uri="{FF2B5EF4-FFF2-40B4-BE49-F238E27FC236}">
                      <a16:creationId xmlns:a16="http://schemas.microsoft.com/office/drawing/2014/main" id="{C390A623-FBA5-27AC-5565-077CCAEC0A6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35" name="Group 55">
                <a:extLst>
                  <a:ext uri="{FF2B5EF4-FFF2-40B4-BE49-F238E27FC236}">
                    <a16:creationId xmlns:a16="http://schemas.microsoft.com/office/drawing/2014/main" id="{E678CEA8-73F9-37FC-61BB-B14A3305F118}"/>
                  </a:ext>
                </a:extLst>
              </p:cNvPr>
              <p:cNvGrpSpPr>
                <a:grpSpLocks/>
              </p:cNvGrpSpPr>
              <p:nvPr/>
            </p:nvGrpSpPr>
            <p:grpSpPr bwMode="auto">
              <a:xfrm flipV="1">
                <a:off x="3686" y="243"/>
                <a:ext cx="177" cy="66"/>
                <a:chOff x="2848" y="848"/>
                <a:chExt cx="140" cy="98"/>
              </a:xfrm>
            </p:grpSpPr>
            <p:sp>
              <p:nvSpPr>
                <p:cNvPr id="236" name="Line 56">
                  <a:extLst>
                    <a:ext uri="{FF2B5EF4-FFF2-40B4-BE49-F238E27FC236}">
                      <a16:creationId xmlns:a16="http://schemas.microsoft.com/office/drawing/2014/main" id="{FDBA7BC4-CB99-5776-06FE-8EB1046CD47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7" name="Line 57">
                  <a:extLst>
                    <a:ext uri="{FF2B5EF4-FFF2-40B4-BE49-F238E27FC236}">
                      <a16:creationId xmlns:a16="http://schemas.microsoft.com/office/drawing/2014/main" id="{7B676466-0CD2-A240-9663-126EBC056E7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8" name="Line 58">
                  <a:extLst>
                    <a:ext uri="{FF2B5EF4-FFF2-40B4-BE49-F238E27FC236}">
                      <a16:creationId xmlns:a16="http://schemas.microsoft.com/office/drawing/2014/main" id="{189153E7-3A17-9317-ADB4-0F0EB429DB3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sp>
        <p:nvSpPr>
          <p:cNvPr id="242" name="Line 59">
            <a:extLst>
              <a:ext uri="{FF2B5EF4-FFF2-40B4-BE49-F238E27FC236}">
                <a16:creationId xmlns:a16="http://schemas.microsoft.com/office/drawing/2014/main" id="{0203A53E-7408-32D4-457A-277786E061C6}"/>
              </a:ext>
            </a:extLst>
          </p:cNvPr>
          <p:cNvSpPr>
            <a:spLocks noChangeShapeType="1"/>
          </p:cNvSpPr>
          <p:nvPr/>
        </p:nvSpPr>
        <p:spPr bwMode="auto">
          <a:xfrm flipV="1">
            <a:off x="8404860" y="4459288"/>
            <a:ext cx="1588" cy="1635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37168994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1ED56-9B85-C796-C267-86FF4D65CC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368697-CC47-93C1-9931-7120AEE03707}"/>
              </a:ext>
            </a:extLst>
          </p:cNvPr>
          <p:cNvSpPr>
            <a:spLocks noGrp="1"/>
          </p:cNvSpPr>
          <p:nvPr>
            <p:ph sz="half" idx="1"/>
          </p:nvPr>
        </p:nvSpPr>
        <p:spPr/>
        <p:txBody>
          <a:bodyPr>
            <a:normAutofit fontScale="85000" lnSpcReduction="20000"/>
          </a:bodyPr>
          <a:lstStyle/>
          <a:p>
            <a:pPr>
              <a:lnSpc>
                <a:spcPct val="150000"/>
              </a:lnSpc>
            </a:pPr>
            <a:r>
              <a:rPr lang="vi-VN"/>
              <a:t>Chuyển mạch</a:t>
            </a:r>
            <a:endParaRPr lang="en-US"/>
          </a:p>
          <a:p>
            <a:pPr lvl="1">
              <a:lnSpc>
                <a:spcPct val="150000"/>
              </a:lnSpc>
            </a:pPr>
            <a:r>
              <a:rPr lang="en-US" sz="2600"/>
              <a:t>Các thiết bị đầu cuối dành riêng cho “cuộc gọi”</a:t>
            </a:r>
          </a:p>
          <a:p>
            <a:pPr lvl="2">
              <a:lnSpc>
                <a:spcPct val="150000"/>
              </a:lnSpc>
            </a:pPr>
            <a:r>
              <a:rPr lang="en-US" sz="2200"/>
              <a:t>Liên kết băng thông, khả năng chuyển mạch</a:t>
            </a:r>
          </a:p>
          <a:p>
            <a:pPr lvl="2">
              <a:lnSpc>
                <a:spcPct val="150000"/>
              </a:lnSpc>
            </a:pPr>
            <a:r>
              <a:rPr lang="en-US" sz="2600"/>
              <a:t>Tài nguyên độc quyền: không chia sẻ</a:t>
            </a:r>
          </a:p>
          <a:p>
            <a:pPr lvl="2">
              <a:lnSpc>
                <a:spcPct val="150000"/>
              </a:lnSpc>
            </a:pPr>
            <a:r>
              <a:rPr lang="en-US" sz="2600"/>
              <a:t>Hiệu suất bảo đảm</a:t>
            </a:r>
          </a:p>
          <a:p>
            <a:pPr lvl="2">
              <a:lnSpc>
                <a:spcPct val="150000"/>
              </a:lnSpc>
            </a:pPr>
            <a:r>
              <a:rPr lang="en-US" sz="2600"/>
              <a:t>Yêu cầu thiết lập cuộc gọi</a:t>
            </a:r>
          </a:p>
          <a:p>
            <a:pPr>
              <a:lnSpc>
                <a:spcPct val="150000"/>
              </a:lnSpc>
            </a:pPr>
            <a:endParaRPr lang="en-US"/>
          </a:p>
          <a:p>
            <a:pPr>
              <a:lnSpc>
                <a:spcPct val="150000"/>
              </a:lnSpc>
            </a:pPr>
            <a:endParaRPr lang="en-US"/>
          </a:p>
        </p:txBody>
      </p:sp>
      <p:sp>
        <p:nvSpPr>
          <p:cNvPr id="2" name="Title 1">
            <a:extLst>
              <a:ext uri="{FF2B5EF4-FFF2-40B4-BE49-F238E27FC236}">
                <a16:creationId xmlns:a16="http://schemas.microsoft.com/office/drawing/2014/main" id="{5E1DEEDB-B09E-09DF-A7D0-6FCAA304044C}"/>
              </a:ext>
            </a:extLst>
          </p:cNvPr>
          <p:cNvSpPr>
            <a:spLocks noGrp="1"/>
          </p:cNvSpPr>
          <p:nvPr>
            <p:ph type="title"/>
          </p:nvPr>
        </p:nvSpPr>
        <p:spPr/>
        <p:txBody>
          <a:bodyPr/>
          <a:lstStyle/>
          <a:p>
            <a:r>
              <a:rPr lang="en-US"/>
              <a:t>MÔ HÌNH TRUYỀN THÔNG</a:t>
            </a:r>
          </a:p>
        </p:txBody>
      </p:sp>
      <p:sp>
        <p:nvSpPr>
          <p:cNvPr id="4" name="Freeform 1032">
            <a:extLst>
              <a:ext uri="{FF2B5EF4-FFF2-40B4-BE49-F238E27FC236}">
                <a16:creationId xmlns:a16="http://schemas.microsoft.com/office/drawing/2014/main" id="{2FA98D50-E414-0353-CAF2-CAAA89CC451D}"/>
              </a:ext>
            </a:extLst>
          </p:cNvPr>
          <p:cNvSpPr>
            <a:spLocks/>
          </p:cNvSpPr>
          <p:nvPr/>
        </p:nvSpPr>
        <p:spPr bwMode="auto">
          <a:xfrm>
            <a:off x="9649460" y="1877695"/>
            <a:ext cx="2046288" cy="2049463"/>
          </a:xfrm>
          <a:custGeom>
            <a:avLst/>
            <a:gdLst>
              <a:gd name="T0" fmla="*/ 2147483646 w 1292"/>
              <a:gd name="T1" fmla="*/ 2147483646 h 1255"/>
              <a:gd name="T2" fmla="*/ 2147483646 w 1292"/>
              <a:gd name="T3" fmla="*/ 2147483646 h 1255"/>
              <a:gd name="T4" fmla="*/ 2147483646 w 1292"/>
              <a:gd name="T5" fmla="*/ 2147483646 h 1255"/>
              <a:gd name="T6" fmla="*/ 2147483646 w 1292"/>
              <a:gd name="T7" fmla="*/ 2147483646 h 1255"/>
              <a:gd name="T8" fmla="*/ 2147483646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2147483646 h 1255"/>
              <a:gd name="T18" fmla="*/ 2147483646 w 1292"/>
              <a:gd name="T19" fmla="*/ 2147483646 h 1255"/>
              <a:gd name="T20" fmla="*/ 2147483646 w 1292"/>
              <a:gd name="T21" fmla="*/ 2147483646 h 1255"/>
              <a:gd name="T22" fmla="*/ 2147483646 w 1292"/>
              <a:gd name="T23" fmla="*/ 2147483646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 name="Freeform 1033">
            <a:extLst>
              <a:ext uri="{FF2B5EF4-FFF2-40B4-BE49-F238E27FC236}">
                <a16:creationId xmlns:a16="http://schemas.microsoft.com/office/drawing/2014/main" id="{19DF6E52-AA7F-0DE9-7A4A-C31505B95463}"/>
              </a:ext>
            </a:extLst>
          </p:cNvPr>
          <p:cNvSpPr>
            <a:spLocks/>
          </p:cNvSpPr>
          <p:nvPr/>
        </p:nvSpPr>
        <p:spPr bwMode="auto">
          <a:xfrm>
            <a:off x="7512685" y="1703070"/>
            <a:ext cx="2122488" cy="1943100"/>
          </a:xfrm>
          <a:custGeom>
            <a:avLst/>
            <a:gdLst>
              <a:gd name="T0" fmla="*/ 2147483646 w 1340"/>
              <a:gd name="T1" fmla="*/ 2147483646 h 1191"/>
              <a:gd name="T2" fmla="*/ 2147483646 w 1340"/>
              <a:gd name="T3" fmla="*/ 2147483646 h 1191"/>
              <a:gd name="T4" fmla="*/ 2147483646 w 1340"/>
              <a:gd name="T5" fmla="*/ 2147483646 h 1191"/>
              <a:gd name="T6" fmla="*/ 2147483646 w 1340"/>
              <a:gd name="T7" fmla="*/ 2147483646 h 1191"/>
              <a:gd name="T8" fmla="*/ 2147483646 w 1340"/>
              <a:gd name="T9" fmla="*/ 2147483646 h 1191"/>
              <a:gd name="T10" fmla="*/ 2147483646 w 1340"/>
              <a:gd name="T11" fmla="*/ 2147483646 h 1191"/>
              <a:gd name="T12" fmla="*/ 2147483646 w 1340"/>
              <a:gd name="T13" fmla="*/ 2147483646 h 1191"/>
              <a:gd name="T14" fmla="*/ 2147483646 w 1340"/>
              <a:gd name="T15" fmla="*/ 2147483646 h 1191"/>
              <a:gd name="T16" fmla="*/ 2147483646 w 1340"/>
              <a:gd name="T17" fmla="*/ 2147483646 h 1191"/>
              <a:gd name="T18" fmla="*/ 2147483646 w 1340"/>
              <a:gd name="T19" fmla="*/ 2147483646 h 1191"/>
              <a:gd name="T20" fmla="*/ 2147483646 w 1340"/>
              <a:gd name="T21" fmla="*/ 2147483646 h 1191"/>
              <a:gd name="T22" fmla="*/ 2147483646 w 1340"/>
              <a:gd name="T23" fmla="*/ 2147483646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0"/>
              <a:gd name="T37" fmla="*/ 0 h 1191"/>
              <a:gd name="T38" fmla="*/ 1340 w 1340"/>
              <a:gd name="T39" fmla="*/ 1191 h 11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 name="Freeform 1034">
            <a:extLst>
              <a:ext uri="{FF2B5EF4-FFF2-40B4-BE49-F238E27FC236}">
                <a16:creationId xmlns:a16="http://schemas.microsoft.com/office/drawing/2014/main" id="{A7F03565-8AED-23DC-9DFF-FDB91954C8C8}"/>
              </a:ext>
            </a:extLst>
          </p:cNvPr>
          <p:cNvSpPr>
            <a:spLocks/>
          </p:cNvSpPr>
          <p:nvPr/>
        </p:nvSpPr>
        <p:spPr bwMode="auto">
          <a:xfrm>
            <a:off x="7931785" y="3477895"/>
            <a:ext cx="3382963" cy="2714625"/>
          </a:xfrm>
          <a:custGeom>
            <a:avLst/>
            <a:gdLst>
              <a:gd name="T0" fmla="*/ 2147483646 w 2135"/>
              <a:gd name="T1" fmla="*/ 2147483646 h 1662"/>
              <a:gd name="T2" fmla="*/ 2147483646 w 2135"/>
              <a:gd name="T3" fmla="*/ 2147483646 h 1662"/>
              <a:gd name="T4" fmla="*/ 2147483646 w 2135"/>
              <a:gd name="T5" fmla="*/ 2147483646 h 1662"/>
              <a:gd name="T6" fmla="*/ 2147483646 w 2135"/>
              <a:gd name="T7" fmla="*/ 2147483646 h 1662"/>
              <a:gd name="T8" fmla="*/ 2147483646 w 2135"/>
              <a:gd name="T9" fmla="*/ 214748364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2147483646 w 2135"/>
              <a:gd name="T19" fmla="*/ 2147483646 h 1662"/>
              <a:gd name="T20" fmla="*/ 2147483646 w 2135"/>
              <a:gd name="T21" fmla="*/ 214748364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243" name="Group 1035">
            <a:extLst>
              <a:ext uri="{FF2B5EF4-FFF2-40B4-BE49-F238E27FC236}">
                <a16:creationId xmlns:a16="http://schemas.microsoft.com/office/drawing/2014/main" id="{D5909249-5795-1465-2126-C8A23B922133}"/>
              </a:ext>
            </a:extLst>
          </p:cNvPr>
          <p:cNvGrpSpPr>
            <a:grpSpLocks/>
          </p:cNvGrpSpPr>
          <p:nvPr/>
        </p:nvGrpSpPr>
        <p:grpSpPr bwMode="auto">
          <a:xfrm>
            <a:off x="7646035" y="1868170"/>
            <a:ext cx="835025" cy="390525"/>
            <a:chOff x="3552" y="246"/>
            <a:chExt cx="527" cy="248"/>
          </a:xfrm>
        </p:grpSpPr>
        <p:graphicFrame>
          <p:nvGraphicFramePr>
            <p:cNvPr id="244" name="Object 1036">
              <a:extLst>
                <a:ext uri="{FF2B5EF4-FFF2-40B4-BE49-F238E27FC236}">
                  <a16:creationId xmlns:a16="http://schemas.microsoft.com/office/drawing/2014/main" id="{AE31B65B-D705-60AD-3745-FDAF73E4FB0F}"/>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2" imgW="1307263" imgH="1084139" progId="MS_ClipArt_Gallery.2">
                    <p:embed/>
                  </p:oleObj>
                </mc:Choice>
                <mc:Fallback>
                  <p:oleObj name="Clip" r:id="rId2" imgW="1307263" imgH="1084139" progId="MS_ClipArt_Gallery.2">
                    <p:embed/>
                    <p:pic>
                      <p:nvPicPr>
                        <p:cNvPr id="40161" name="Object 1036">
                          <a:extLst>
                            <a:ext uri="{FF2B5EF4-FFF2-40B4-BE49-F238E27FC236}">
                              <a16:creationId xmlns:a16="http://schemas.microsoft.com/office/drawing/2014/main" id="{16D9E45A-0B25-26EC-5F43-2441A32D6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 name="Object 1037">
              <a:extLst>
                <a:ext uri="{FF2B5EF4-FFF2-40B4-BE49-F238E27FC236}">
                  <a16:creationId xmlns:a16="http://schemas.microsoft.com/office/drawing/2014/main" id="{AA7A76C1-1D29-1CB7-5608-B6B797DDF246}"/>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4" imgW="681706" imgH="480401" progId="MS_ClipArt_Gallery.2">
                    <p:embed/>
                  </p:oleObj>
                </mc:Choice>
                <mc:Fallback>
                  <p:oleObj name="Clip" r:id="rId4" imgW="681706" imgH="480401" progId="MS_ClipArt_Gallery.2">
                    <p:embed/>
                    <p:pic>
                      <p:nvPicPr>
                        <p:cNvPr id="40162" name="Object 1037">
                          <a:extLst>
                            <a:ext uri="{FF2B5EF4-FFF2-40B4-BE49-F238E27FC236}">
                              <a16:creationId xmlns:a16="http://schemas.microsoft.com/office/drawing/2014/main" id="{54425293-868C-9797-C550-B4271394E5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 name="Line 1038">
              <a:extLst>
                <a:ext uri="{FF2B5EF4-FFF2-40B4-BE49-F238E27FC236}">
                  <a16:creationId xmlns:a16="http://schemas.microsoft.com/office/drawing/2014/main" id="{C5069888-C159-1F74-FCD2-DF4906C9A963}"/>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47" name="Group 1039">
            <a:extLst>
              <a:ext uri="{FF2B5EF4-FFF2-40B4-BE49-F238E27FC236}">
                <a16:creationId xmlns:a16="http://schemas.microsoft.com/office/drawing/2014/main" id="{C513A509-3650-731F-D49C-B80F87ED0724}"/>
              </a:ext>
            </a:extLst>
          </p:cNvPr>
          <p:cNvGrpSpPr>
            <a:grpSpLocks/>
          </p:cNvGrpSpPr>
          <p:nvPr/>
        </p:nvGrpSpPr>
        <p:grpSpPr bwMode="auto">
          <a:xfrm>
            <a:off x="7646035" y="2596833"/>
            <a:ext cx="835025" cy="390525"/>
            <a:chOff x="3552" y="246"/>
            <a:chExt cx="527" cy="248"/>
          </a:xfrm>
        </p:grpSpPr>
        <p:graphicFrame>
          <p:nvGraphicFramePr>
            <p:cNvPr id="248" name="Object 1040">
              <a:extLst>
                <a:ext uri="{FF2B5EF4-FFF2-40B4-BE49-F238E27FC236}">
                  <a16:creationId xmlns:a16="http://schemas.microsoft.com/office/drawing/2014/main" id="{5DC0C084-513B-2881-4C2E-5778BE5E8B10}"/>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40158" name="Object 1040">
                          <a:extLst>
                            <a:ext uri="{FF2B5EF4-FFF2-40B4-BE49-F238E27FC236}">
                              <a16:creationId xmlns:a16="http://schemas.microsoft.com/office/drawing/2014/main" id="{4EC014CB-9661-C863-6046-26B1AE1F61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9" name="Object 1041">
              <a:extLst>
                <a:ext uri="{FF2B5EF4-FFF2-40B4-BE49-F238E27FC236}">
                  <a16:creationId xmlns:a16="http://schemas.microsoft.com/office/drawing/2014/main" id="{935A35AF-A597-B968-5722-AA60E2886AFE}"/>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name="Clip" r:id="rId7" imgW="681706" imgH="480401" progId="MS_ClipArt_Gallery.2">
                    <p:embed/>
                  </p:oleObj>
                </mc:Choice>
                <mc:Fallback>
                  <p:oleObj name="Clip" r:id="rId7" imgW="681706" imgH="480401" progId="MS_ClipArt_Gallery.2">
                    <p:embed/>
                    <p:pic>
                      <p:nvPicPr>
                        <p:cNvPr id="40159" name="Object 1041">
                          <a:extLst>
                            <a:ext uri="{FF2B5EF4-FFF2-40B4-BE49-F238E27FC236}">
                              <a16:creationId xmlns:a16="http://schemas.microsoft.com/office/drawing/2014/main" id="{BC1E8289-0DA7-9CCD-ABDC-6F8F777415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 name="Line 1042">
              <a:extLst>
                <a:ext uri="{FF2B5EF4-FFF2-40B4-BE49-F238E27FC236}">
                  <a16:creationId xmlns:a16="http://schemas.microsoft.com/office/drawing/2014/main" id="{1271E138-B5EB-AC3C-AE0A-354EAB0CB326}"/>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51" name="Group 1043">
            <a:extLst>
              <a:ext uri="{FF2B5EF4-FFF2-40B4-BE49-F238E27FC236}">
                <a16:creationId xmlns:a16="http://schemas.microsoft.com/office/drawing/2014/main" id="{DF936AF4-197D-22B7-5014-BC33418D3320}"/>
              </a:ext>
            </a:extLst>
          </p:cNvPr>
          <p:cNvGrpSpPr>
            <a:grpSpLocks/>
          </p:cNvGrpSpPr>
          <p:nvPr/>
        </p:nvGrpSpPr>
        <p:grpSpPr bwMode="auto">
          <a:xfrm>
            <a:off x="8074660" y="2336483"/>
            <a:ext cx="79375" cy="261937"/>
            <a:chOff x="3842" y="406"/>
            <a:chExt cx="51" cy="167"/>
          </a:xfrm>
        </p:grpSpPr>
        <p:sp>
          <p:nvSpPr>
            <p:cNvPr id="252" name="Oval 1044">
              <a:extLst>
                <a:ext uri="{FF2B5EF4-FFF2-40B4-BE49-F238E27FC236}">
                  <a16:creationId xmlns:a16="http://schemas.microsoft.com/office/drawing/2014/main" id="{2850A8BB-4B73-B763-69AD-BB1FAE49060A}"/>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53" name="Oval 1045">
              <a:extLst>
                <a:ext uri="{FF2B5EF4-FFF2-40B4-BE49-F238E27FC236}">
                  <a16:creationId xmlns:a16="http://schemas.microsoft.com/office/drawing/2014/main" id="{2838EC99-97F8-5B13-0787-F6739BA95D1C}"/>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54" name="Oval 1046">
              <a:extLst>
                <a:ext uri="{FF2B5EF4-FFF2-40B4-BE49-F238E27FC236}">
                  <a16:creationId xmlns:a16="http://schemas.microsoft.com/office/drawing/2014/main" id="{8953BB7A-7B82-3EDA-74AF-39CE81DA9D2D}"/>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255" name="Group 1047">
            <a:extLst>
              <a:ext uri="{FF2B5EF4-FFF2-40B4-BE49-F238E27FC236}">
                <a16:creationId xmlns:a16="http://schemas.microsoft.com/office/drawing/2014/main" id="{CBD139FE-3095-20AC-4B3C-77BCF8A8B597}"/>
              </a:ext>
            </a:extLst>
          </p:cNvPr>
          <p:cNvGrpSpPr>
            <a:grpSpLocks/>
          </p:cNvGrpSpPr>
          <p:nvPr/>
        </p:nvGrpSpPr>
        <p:grpSpPr bwMode="auto">
          <a:xfrm>
            <a:off x="8608060" y="2952433"/>
            <a:ext cx="238125" cy="482600"/>
            <a:chOff x="4180" y="783"/>
            <a:chExt cx="150" cy="307"/>
          </a:xfrm>
        </p:grpSpPr>
        <p:sp>
          <p:nvSpPr>
            <p:cNvPr id="256" name="AutoShape 1048">
              <a:extLst>
                <a:ext uri="{FF2B5EF4-FFF2-40B4-BE49-F238E27FC236}">
                  <a16:creationId xmlns:a16="http://schemas.microsoft.com/office/drawing/2014/main" id="{870BF760-2049-B42F-2FBB-E667BA5958B0}"/>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57" name="Rectangle 1049">
              <a:extLst>
                <a:ext uri="{FF2B5EF4-FFF2-40B4-BE49-F238E27FC236}">
                  <a16:creationId xmlns:a16="http://schemas.microsoft.com/office/drawing/2014/main" id="{9C9AC6EF-441B-858A-1A46-9AC66028B9E3}"/>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58" name="Rectangle 1050">
              <a:extLst>
                <a:ext uri="{FF2B5EF4-FFF2-40B4-BE49-F238E27FC236}">
                  <a16:creationId xmlns:a16="http://schemas.microsoft.com/office/drawing/2014/main" id="{F3526298-E3B7-8B74-16A5-D3CEDFCBDD50}"/>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59" name="AutoShape 1051">
              <a:extLst>
                <a:ext uri="{FF2B5EF4-FFF2-40B4-BE49-F238E27FC236}">
                  <a16:creationId xmlns:a16="http://schemas.microsoft.com/office/drawing/2014/main" id="{AD972CEA-7525-1914-F39C-52C39FF84F46}"/>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60" name="Line 1052">
              <a:extLst>
                <a:ext uri="{FF2B5EF4-FFF2-40B4-BE49-F238E27FC236}">
                  <a16:creationId xmlns:a16="http://schemas.microsoft.com/office/drawing/2014/main" id="{611B4707-2200-8D7C-FBA4-41828E997F9B}"/>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1" name="Line 1053">
              <a:extLst>
                <a:ext uri="{FF2B5EF4-FFF2-40B4-BE49-F238E27FC236}">
                  <a16:creationId xmlns:a16="http://schemas.microsoft.com/office/drawing/2014/main" id="{82811F4A-648B-AE07-F1CE-43EBAF33478F}"/>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2" name="Rectangle 1054">
              <a:extLst>
                <a:ext uri="{FF2B5EF4-FFF2-40B4-BE49-F238E27FC236}">
                  <a16:creationId xmlns:a16="http://schemas.microsoft.com/office/drawing/2014/main" id="{EB51C8F9-89CC-665D-4D65-F48730DE4F0C}"/>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63" name="Rectangle 1055">
              <a:extLst>
                <a:ext uri="{FF2B5EF4-FFF2-40B4-BE49-F238E27FC236}">
                  <a16:creationId xmlns:a16="http://schemas.microsoft.com/office/drawing/2014/main" id="{AA82EC7F-886D-AFD2-C806-2B75EDED945A}"/>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264" name="Group 1056">
            <a:extLst>
              <a:ext uri="{FF2B5EF4-FFF2-40B4-BE49-F238E27FC236}">
                <a16:creationId xmlns:a16="http://schemas.microsoft.com/office/drawing/2014/main" id="{1C91217C-DE5C-007A-1BEB-9F97C4C36018}"/>
              </a:ext>
            </a:extLst>
          </p:cNvPr>
          <p:cNvGrpSpPr>
            <a:grpSpLocks/>
          </p:cNvGrpSpPr>
          <p:nvPr/>
        </p:nvGrpSpPr>
        <p:grpSpPr bwMode="auto">
          <a:xfrm rot="-5400000">
            <a:off x="8960486" y="3057207"/>
            <a:ext cx="100012" cy="265113"/>
            <a:chOff x="3842" y="406"/>
            <a:chExt cx="51" cy="167"/>
          </a:xfrm>
        </p:grpSpPr>
        <p:sp>
          <p:nvSpPr>
            <p:cNvPr id="265" name="Oval 1057">
              <a:extLst>
                <a:ext uri="{FF2B5EF4-FFF2-40B4-BE49-F238E27FC236}">
                  <a16:creationId xmlns:a16="http://schemas.microsoft.com/office/drawing/2014/main" id="{7B48AC99-8D85-7D46-272B-EF3FEDC3283F}"/>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66" name="Oval 1058">
              <a:extLst>
                <a:ext uri="{FF2B5EF4-FFF2-40B4-BE49-F238E27FC236}">
                  <a16:creationId xmlns:a16="http://schemas.microsoft.com/office/drawing/2014/main" id="{4D2FED17-2D58-AE73-2F92-C9E44BCBE5D6}"/>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67" name="Oval 1059">
              <a:extLst>
                <a:ext uri="{FF2B5EF4-FFF2-40B4-BE49-F238E27FC236}">
                  <a16:creationId xmlns:a16="http://schemas.microsoft.com/office/drawing/2014/main" id="{8556677B-BA1B-3811-AEC1-CAF8644AC090}"/>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sp>
        <p:nvSpPr>
          <p:cNvPr id="268" name="Line 1060">
            <a:extLst>
              <a:ext uri="{FF2B5EF4-FFF2-40B4-BE49-F238E27FC236}">
                <a16:creationId xmlns:a16="http://schemas.microsoft.com/office/drawing/2014/main" id="{50C4F343-2A2C-9865-072E-3DD606D9B0BD}"/>
              </a:ext>
            </a:extLst>
          </p:cNvPr>
          <p:cNvSpPr>
            <a:spLocks noChangeShapeType="1"/>
          </p:cNvSpPr>
          <p:nvPr/>
        </p:nvSpPr>
        <p:spPr bwMode="auto">
          <a:xfrm>
            <a:off x="8763635" y="2839720"/>
            <a:ext cx="563563"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9" name="Line 1061">
            <a:extLst>
              <a:ext uri="{FF2B5EF4-FFF2-40B4-BE49-F238E27FC236}">
                <a16:creationId xmlns:a16="http://schemas.microsoft.com/office/drawing/2014/main" id="{9F6CAA2D-5892-1F98-5CEC-D06B84603A7B}"/>
              </a:ext>
            </a:extLst>
          </p:cNvPr>
          <p:cNvSpPr>
            <a:spLocks noChangeShapeType="1"/>
          </p:cNvSpPr>
          <p:nvPr/>
        </p:nvSpPr>
        <p:spPr bwMode="auto">
          <a:xfrm>
            <a:off x="8766810" y="2834958"/>
            <a:ext cx="3175" cy="1174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0" name="Line 1062">
            <a:extLst>
              <a:ext uri="{FF2B5EF4-FFF2-40B4-BE49-F238E27FC236}">
                <a16:creationId xmlns:a16="http://schemas.microsoft.com/office/drawing/2014/main" id="{2B2E9B33-AF20-85CF-1205-F2387FB80CF1}"/>
              </a:ext>
            </a:extLst>
          </p:cNvPr>
          <p:cNvSpPr>
            <a:spLocks noChangeShapeType="1"/>
          </p:cNvSpPr>
          <p:nvPr/>
        </p:nvSpPr>
        <p:spPr bwMode="auto">
          <a:xfrm>
            <a:off x="9330373" y="2833370"/>
            <a:ext cx="1587" cy="1000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1" name="Line 1063">
            <a:extLst>
              <a:ext uri="{FF2B5EF4-FFF2-40B4-BE49-F238E27FC236}">
                <a16:creationId xmlns:a16="http://schemas.microsoft.com/office/drawing/2014/main" id="{1EEB3647-3D6D-1634-1DAA-561053A694A4}"/>
              </a:ext>
            </a:extLst>
          </p:cNvPr>
          <p:cNvSpPr>
            <a:spLocks noChangeShapeType="1"/>
          </p:cNvSpPr>
          <p:nvPr/>
        </p:nvSpPr>
        <p:spPr bwMode="auto">
          <a:xfrm>
            <a:off x="8422323" y="2179320"/>
            <a:ext cx="328612"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2" name="Line 1064">
            <a:extLst>
              <a:ext uri="{FF2B5EF4-FFF2-40B4-BE49-F238E27FC236}">
                <a16:creationId xmlns:a16="http://schemas.microsoft.com/office/drawing/2014/main" id="{1EDB0411-F2EC-8221-ACEB-60D511F4E5DD}"/>
              </a:ext>
            </a:extLst>
          </p:cNvPr>
          <p:cNvSpPr>
            <a:spLocks noChangeShapeType="1"/>
          </p:cNvSpPr>
          <p:nvPr/>
        </p:nvSpPr>
        <p:spPr bwMode="auto">
          <a:xfrm flipV="1">
            <a:off x="8436610" y="2528570"/>
            <a:ext cx="314325" cy="4032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3" name="Line 1065">
            <a:extLst>
              <a:ext uri="{FF2B5EF4-FFF2-40B4-BE49-F238E27FC236}">
                <a16:creationId xmlns:a16="http://schemas.microsoft.com/office/drawing/2014/main" id="{1255E69D-C4CD-91C4-287F-CCC3CE2E3596}"/>
              </a:ext>
            </a:extLst>
          </p:cNvPr>
          <p:cNvSpPr>
            <a:spLocks noChangeShapeType="1"/>
          </p:cNvSpPr>
          <p:nvPr/>
        </p:nvSpPr>
        <p:spPr bwMode="auto">
          <a:xfrm flipV="1">
            <a:off x="9036685" y="2633345"/>
            <a:ext cx="1588"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74" name="Group 1066">
            <a:extLst>
              <a:ext uri="{FF2B5EF4-FFF2-40B4-BE49-F238E27FC236}">
                <a16:creationId xmlns:a16="http://schemas.microsoft.com/office/drawing/2014/main" id="{4123E4D2-41CC-6821-DE1E-83B3DE2F6CA0}"/>
              </a:ext>
            </a:extLst>
          </p:cNvPr>
          <p:cNvGrpSpPr>
            <a:grpSpLocks/>
          </p:cNvGrpSpPr>
          <p:nvPr/>
        </p:nvGrpSpPr>
        <p:grpSpPr bwMode="auto">
          <a:xfrm>
            <a:off x="9171623" y="2923858"/>
            <a:ext cx="238125" cy="484187"/>
            <a:chOff x="4180" y="783"/>
            <a:chExt cx="150" cy="307"/>
          </a:xfrm>
        </p:grpSpPr>
        <p:sp>
          <p:nvSpPr>
            <p:cNvPr id="275" name="AutoShape 1067">
              <a:extLst>
                <a:ext uri="{FF2B5EF4-FFF2-40B4-BE49-F238E27FC236}">
                  <a16:creationId xmlns:a16="http://schemas.microsoft.com/office/drawing/2014/main" id="{A7A1DC9D-B13E-9A59-934C-81510C46975E}"/>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76" name="Rectangle 1068">
              <a:extLst>
                <a:ext uri="{FF2B5EF4-FFF2-40B4-BE49-F238E27FC236}">
                  <a16:creationId xmlns:a16="http://schemas.microsoft.com/office/drawing/2014/main" id="{D5A267FC-CBBB-8EB6-AC26-B30175C499D3}"/>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77" name="Rectangle 1069">
              <a:extLst>
                <a:ext uri="{FF2B5EF4-FFF2-40B4-BE49-F238E27FC236}">
                  <a16:creationId xmlns:a16="http://schemas.microsoft.com/office/drawing/2014/main" id="{382CFAB7-B3F7-A4D5-F3BD-D606424AF5B8}"/>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78" name="AutoShape 1070">
              <a:extLst>
                <a:ext uri="{FF2B5EF4-FFF2-40B4-BE49-F238E27FC236}">
                  <a16:creationId xmlns:a16="http://schemas.microsoft.com/office/drawing/2014/main" id="{C48EDA7B-F90E-8274-B161-2C795FCC2D07}"/>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79" name="Line 1071">
              <a:extLst>
                <a:ext uri="{FF2B5EF4-FFF2-40B4-BE49-F238E27FC236}">
                  <a16:creationId xmlns:a16="http://schemas.microsoft.com/office/drawing/2014/main" id="{553A6686-33E5-B5DF-8F8E-4A2A2C415081}"/>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0" name="Line 1072">
              <a:extLst>
                <a:ext uri="{FF2B5EF4-FFF2-40B4-BE49-F238E27FC236}">
                  <a16:creationId xmlns:a16="http://schemas.microsoft.com/office/drawing/2014/main" id="{92B66D26-40B3-7D9D-0FC1-1962D2D7E428}"/>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1" name="Rectangle 1073">
              <a:extLst>
                <a:ext uri="{FF2B5EF4-FFF2-40B4-BE49-F238E27FC236}">
                  <a16:creationId xmlns:a16="http://schemas.microsoft.com/office/drawing/2014/main" id="{244C73C3-084B-73D7-95C7-BF6D9FF28B7C}"/>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82" name="Rectangle 1074">
              <a:extLst>
                <a:ext uri="{FF2B5EF4-FFF2-40B4-BE49-F238E27FC236}">
                  <a16:creationId xmlns:a16="http://schemas.microsoft.com/office/drawing/2014/main" id="{32F84769-4EC1-947F-E934-A173B178F44D}"/>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283" name="Group 1075">
            <a:extLst>
              <a:ext uri="{FF2B5EF4-FFF2-40B4-BE49-F238E27FC236}">
                <a16:creationId xmlns:a16="http://schemas.microsoft.com/office/drawing/2014/main" id="{BF63841F-2405-23FA-4D82-82ECC0C805D4}"/>
              </a:ext>
            </a:extLst>
          </p:cNvPr>
          <p:cNvGrpSpPr>
            <a:grpSpLocks/>
          </p:cNvGrpSpPr>
          <p:nvPr/>
        </p:nvGrpSpPr>
        <p:grpSpPr bwMode="auto">
          <a:xfrm>
            <a:off x="8082598" y="3681095"/>
            <a:ext cx="546100" cy="1133475"/>
            <a:chOff x="3314" y="1248"/>
            <a:chExt cx="344" cy="694"/>
          </a:xfrm>
        </p:grpSpPr>
        <p:graphicFrame>
          <p:nvGraphicFramePr>
            <p:cNvPr id="284" name="Object 1076">
              <a:extLst>
                <a:ext uri="{FF2B5EF4-FFF2-40B4-BE49-F238E27FC236}">
                  <a16:creationId xmlns:a16="http://schemas.microsoft.com/office/drawing/2014/main" id="{BFD0F826-A406-E33B-BFDB-F478F8E9394F}"/>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40127" name="Object 1076">
                          <a:extLst>
                            <a:ext uri="{FF2B5EF4-FFF2-40B4-BE49-F238E27FC236}">
                              <a16:creationId xmlns:a16="http://schemas.microsoft.com/office/drawing/2014/main" id="{5F66126D-398B-58D8-2180-0BBA384F0B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5" name="Line 1077">
              <a:extLst>
                <a:ext uri="{FF2B5EF4-FFF2-40B4-BE49-F238E27FC236}">
                  <a16:creationId xmlns:a16="http://schemas.microsoft.com/office/drawing/2014/main" id="{40BBD311-D853-0896-CC05-EB74D5B838F2}"/>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286" name="Object 1078">
              <a:extLst>
                <a:ext uri="{FF2B5EF4-FFF2-40B4-BE49-F238E27FC236}">
                  <a16:creationId xmlns:a16="http://schemas.microsoft.com/office/drawing/2014/main" id="{495F6E2A-646B-AED2-B43C-4C3A74D56B0F}"/>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name="Clip" r:id="rId9" imgW="1307263" imgH="1084139" progId="MS_ClipArt_Gallery.2">
                    <p:embed/>
                  </p:oleObj>
                </mc:Choice>
                <mc:Fallback>
                  <p:oleObj name="Clip" r:id="rId9" imgW="1307263" imgH="1084139" progId="MS_ClipArt_Gallery.2">
                    <p:embed/>
                    <p:pic>
                      <p:nvPicPr>
                        <p:cNvPr id="40129" name="Object 1078">
                          <a:extLst>
                            <a:ext uri="{FF2B5EF4-FFF2-40B4-BE49-F238E27FC236}">
                              <a16:creationId xmlns:a16="http://schemas.microsoft.com/office/drawing/2014/main" id="{CC39CD6A-8BAC-66B2-6137-13B6145970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 name="Line 1079">
              <a:extLst>
                <a:ext uri="{FF2B5EF4-FFF2-40B4-BE49-F238E27FC236}">
                  <a16:creationId xmlns:a16="http://schemas.microsoft.com/office/drawing/2014/main" id="{9AB85C7D-4426-7E5A-2584-C9ECD7B97CED}"/>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88" name="Group 1080">
              <a:extLst>
                <a:ext uri="{FF2B5EF4-FFF2-40B4-BE49-F238E27FC236}">
                  <a16:creationId xmlns:a16="http://schemas.microsoft.com/office/drawing/2014/main" id="{F8DD6D89-19DB-57CF-BA3E-06AC2A345BAB}"/>
                </a:ext>
              </a:extLst>
            </p:cNvPr>
            <p:cNvGrpSpPr>
              <a:grpSpLocks/>
            </p:cNvGrpSpPr>
            <p:nvPr/>
          </p:nvGrpSpPr>
          <p:grpSpPr bwMode="auto">
            <a:xfrm>
              <a:off x="3404" y="1504"/>
              <a:ext cx="51" cy="167"/>
              <a:chOff x="3842" y="406"/>
              <a:chExt cx="51" cy="167"/>
            </a:xfrm>
          </p:grpSpPr>
          <p:sp>
            <p:nvSpPr>
              <p:cNvPr id="290" name="Oval 1081">
                <a:extLst>
                  <a:ext uri="{FF2B5EF4-FFF2-40B4-BE49-F238E27FC236}">
                    <a16:creationId xmlns:a16="http://schemas.microsoft.com/office/drawing/2014/main" id="{CCF102F3-3CFE-4F5F-C2DD-84EAFF5E1D31}"/>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91" name="Oval 1082">
                <a:extLst>
                  <a:ext uri="{FF2B5EF4-FFF2-40B4-BE49-F238E27FC236}">
                    <a16:creationId xmlns:a16="http://schemas.microsoft.com/office/drawing/2014/main" id="{6A8C8FDC-BF18-CCA4-8537-7DCF72687DCF}"/>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92" name="Oval 1083">
                <a:extLst>
                  <a:ext uri="{FF2B5EF4-FFF2-40B4-BE49-F238E27FC236}">
                    <a16:creationId xmlns:a16="http://schemas.microsoft.com/office/drawing/2014/main" id="{0C6370BB-480B-848D-0538-6D568863D5E8}"/>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sp>
          <p:nvSpPr>
            <p:cNvPr id="289" name="Line 1084">
              <a:extLst>
                <a:ext uri="{FF2B5EF4-FFF2-40B4-BE49-F238E27FC236}">
                  <a16:creationId xmlns:a16="http://schemas.microsoft.com/office/drawing/2014/main" id="{3343CFFE-42B5-37AC-2FAA-6CB6D26803CA}"/>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293" name="Object 1085">
            <a:extLst>
              <a:ext uri="{FF2B5EF4-FFF2-40B4-BE49-F238E27FC236}">
                <a16:creationId xmlns:a16="http://schemas.microsoft.com/office/drawing/2014/main" id="{26F440F0-01A5-D1A8-27EA-C9A5CFB5CF5A}"/>
              </a:ext>
            </a:extLst>
          </p:cNvPr>
          <p:cNvGraphicFramePr>
            <a:graphicFrameLocks noChangeAspect="1"/>
          </p:cNvGraphicFramePr>
          <p:nvPr>
            <p:extLst>
              <p:ext uri="{D42A27DB-BD31-4B8C-83A1-F6EECF244321}">
                <p14:modId xmlns:p14="http://schemas.microsoft.com/office/powerpoint/2010/main" val="1677120067"/>
              </p:ext>
            </p:extLst>
          </p:nvPr>
        </p:nvGraphicFramePr>
        <p:xfrm>
          <a:off x="9070023" y="4916170"/>
          <a:ext cx="476250" cy="406400"/>
        </p:xfrm>
        <a:graphic>
          <a:graphicData uri="http://schemas.openxmlformats.org/presentationml/2006/ole">
            <mc:AlternateContent xmlns:mc="http://schemas.openxmlformats.org/markup-compatibility/2006">
              <mc:Choice xmlns:v="urn:schemas-microsoft-com:vml" Requires="v">
                <p:oleObj name="Clip" r:id="rId10" imgW="1307263" imgH="1084139" progId="MS_ClipArt_Gallery.2">
                  <p:embed/>
                </p:oleObj>
              </mc:Choice>
              <mc:Fallback>
                <p:oleObj name="Clip" r:id="rId10" imgW="1307263" imgH="1084139" progId="MS_ClipArt_Gallery.2">
                  <p:embed/>
                  <p:pic>
                    <p:nvPicPr>
                      <p:cNvPr id="39958" name="Object 1085">
                        <a:extLst>
                          <a:ext uri="{FF2B5EF4-FFF2-40B4-BE49-F238E27FC236}">
                            <a16:creationId xmlns:a16="http://schemas.microsoft.com/office/drawing/2014/main" id="{E31E95EF-1F29-9984-8B80-63639A7668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0023" y="4916170"/>
                        <a:ext cx="47625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4" name="Object 1086">
            <a:extLst>
              <a:ext uri="{FF2B5EF4-FFF2-40B4-BE49-F238E27FC236}">
                <a16:creationId xmlns:a16="http://schemas.microsoft.com/office/drawing/2014/main" id="{49B8E4E1-49CC-2E27-943E-C363B1BD2504}"/>
              </a:ext>
            </a:extLst>
          </p:cNvPr>
          <p:cNvGraphicFramePr>
            <a:graphicFrameLocks noChangeAspect="1"/>
          </p:cNvGraphicFramePr>
          <p:nvPr>
            <p:extLst>
              <p:ext uri="{D42A27DB-BD31-4B8C-83A1-F6EECF244321}">
                <p14:modId xmlns:p14="http://schemas.microsoft.com/office/powerpoint/2010/main" val="2521858907"/>
              </p:ext>
            </p:extLst>
          </p:nvPr>
        </p:nvGraphicFramePr>
        <p:xfrm>
          <a:off x="8371523" y="4903470"/>
          <a:ext cx="473075" cy="403225"/>
        </p:xfrm>
        <a:graphic>
          <a:graphicData uri="http://schemas.openxmlformats.org/presentationml/2006/ole">
            <mc:AlternateContent xmlns:mc="http://schemas.openxmlformats.org/markup-compatibility/2006">
              <mc:Choice xmlns:v="urn:schemas-microsoft-com:vml" Requires="v">
                <p:oleObj name="Clip" r:id="rId11" imgW="1307263" imgH="1084139" progId="MS_ClipArt_Gallery.2">
                  <p:embed/>
                </p:oleObj>
              </mc:Choice>
              <mc:Fallback>
                <p:oleObj name="Clip" r:id="rId11" imgW="1307263" imgH="1084139" progId="MS_ClipArt_Gallery.2">
                  <p:embed/>
                  <p:pic>
                    <p:nvPicPr>
                      <p:cNvPr id="39959" name="Object 1086">
                        <a:extLst>
                          <a:ext uri="{FF2B5EF4-FFF2-40B4-BE49-F238E27FC236}">
                            <a16:creationId xmlns:a16="http://schemas.microsoft.com/office/drawing/2014/main" id="{4DCE12A6-B75C-AFB2-B50B-713A7F066A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1523" y="4903470"/>
                        <a:ext cx="473075"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5" name="Oval 1087">
            <a:extLst>
              <a:ext uri="{FF2B5EF4-FFF2-40B4-BE49-F238E27FC236}">
                <a16:creationId xmlns:a16="http://schemas.microsoft.com/office/drawing/2014/main" id="{4996D95A-B30E-43F2-C6D6-B5031EFF442A}"/>
              </a:ext>
            </a:extLst>
          </p:cNvPr>
          <p:cNvSpPr>
            <a:spLocks noChangeArrowheads="1"/>
          </p:cNvSpPr>
          <p:nvPr/>
        </p:nvSpPr>
        <p:spPr bwMode="auto">
          <a:xfrm rot="16200000">
            <a:off x="8843804" y="5032852"/>
            <a:ext cx="76200" cy="74612"/>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96" name="Oval 1088">
            <a:extLst>
              <a:ext uri="{FF2B5EF4-FFF2-40B4-BE49-F238E27FC236}">
                <a16:creationId xmlns:a16="http://schemas.microsoft.com/office/drawing/2014/main" id="{FC828413-8A07-99AC-B822-F721240450E4}"/>
              </a:ext>
            </a:extLst>
          </p:cNvPr>
          <p:cNvSpPr>
            <a:spLocks noChangeArrowheads="1"/>
          </p:cNvSpPr>
          <p:nvPr/>
        </p:nvSpPr>
        <p:spPr bwMode="auto">
          <a:xfrm rot="16200000">
            <a:off x="8939848" y="5030470"/>
            <a:ext cx="77787" cy="7461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97" name="Oval 1089">
            <a:extLst>
              <a:ext uri="{FF2B5EF4-FFF2-40B4-BE49-F238E27FC236}">
                <a16:creationId xmlns:a16="http://schemas.microsoft.com/office/drawing/2014/main" id="{997393A9-789A-7050-E9F3-0A3552B6428F}"/>
              </a:ext>
            </a:extLst>
          </p:cNvPr>
          <p:cNvSpPr>
            <a:spLocks noChangeArrowheads="1"/>
          </p:cNvSpPr>
          <p:nvPr/>
        </p:nvSpPr>
        <p:spPr bwMode="auto">
          <a:xfrm rot="16200000">
            <a:off x="9027954" y="5036027"/>
            <a:ext cx="76200" cy="74612"/>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98" name="Line 1090">
            <a:extLst>
              <a:ext uri="{FF2B5EF4-FFF2-40B4-BE49-F238E27FC236}">
                <a16:creationId xmlns:a16="http://schemas.microsoft.com/office/drawing/2014/main" id="{BF2824BE-2CFB-9071-F096-A590500A7662}"/>
              </a:ext>
            </a:extLst>
          </p:cNvPr>
          <p:cNvSpPr>
            <a:spLocks noChangeShapeType="1"/>
          </p:cNvSpPr>
          <p:nvPr/>
        </p:nvSpPr>
        <p:spPr bwMode="auto">
          <a:xfrm rot="16200000">
            <a:off x="9324023" y="4886008"/>
            <a:ext cx="73025"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9" name="Line 1091">
            <a:extLst>
              <a:ext uri="{FF2B5EF4-FFF2-40B4-BE49-F238E27FC236}">
                <a16:creationId xmlns:a16="http://schemas.microsoft.com/office/drawing/2014/main" id="{F3FB9621-0870-85AD-2085-BEFAC204AFF9}"/>
              </a:ext>
            </a:extLst>
          </p:cNvPr>
          <p:cNvSpPr>
            <a:spLocks noChangeShapeType="1"/>
          </p:cNvSpPr>
          <p:nvPr/>
        </p:nvSpPr>
        <p:spPr bwMode="auto">
          <a:xfrm rot="5400000" flipH="1">
            <a:off x="8610441" y="4875689"/>
            <a:ext cx="777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0" name="Line 1092">
            <a:extLst>
              <a:ext uri="{FF2B5EF4-FFF2-40B4-BE49-F238E27FC236}">
                <a16:creationId xmlns:a16="http://schemas.microsoft.com/office/drawing/2014/main" id="{FBD3B852-35C7-2BC2-214E-8924790E4837}"/>
              </a:ext>
            </a:extLst>
          </p:cNvPr>
          <p:cNvSpPr>
            <a:spLocks noChangeShapeType="1"/>
          </p:cNvSpPr>
          <p:nvPr/>
        </p:nvSpPr>
        <p:spPr bwMode="auto">
          <a:xfrm rot="16200000" flipV="1">
            <a:off x="9008904" y="4488339"/>
            <a:ext cx="0" cy="7127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1" name="Line 1093">
            <a:extLst>
              <a:ext uri="{FF2B5EF4-FFF2-40B4-BE49-F238E27FC236}">
                <a16:creationId xmlns:a16="http://schemas.microsoft.com/office/drawing/2014/main" id="{DE6F85E9-C86A-B716-108C-EFBD318C4414}"/>
              </a:ext>
            </a:extLst>
          </p:cNvPr>
          <p:cNvSpPr>
            <a:spLocks noChangeShapeType="1"/>
          </p:cNvSpPr>
          <p:nvPr/>
        </p:nvSpPr>
        <p:spPr bwMode="auto">
          <a:xfrm flipV="1">
            <a:off x="8628698" y="4385945"/>
            <a:ext cx="106362"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2" name="Line 1094">
            <a:extLst>
              <a:ext uri="{FF2B5EF4-FFF2-40B4-BE49-F238E27FC236}">
                <a16:creationId xmlns:a16="http://schemas.microsoft.com/office/drawing/2014/main" id="{0D31FBDB-F30D-890D-5EC8-4FD6DC9C701B}"/>
              </a:ext>
            </a:extLst>
          </p:cNvPr>
          <p:cNvSpPr>
            <a:spLocks noChangeShapeType="1"/>
          </p:cNvSpPr>
          <p:nvPr/>
        </p:nvSpPr>
        <p:spPr bwMode="auto">
          <a:xfrm>
            <a:off x="9312910" y="4443095"/>
            <a:ext cx="344488" cy="4714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3" name="Line 1095">
            <a:extLst>
              <a:ext uri="{FF2B5EF4-FFF2-40B4-BE49-F238E27FC236}">
                <a16:creationId xmlns:a16="http://schemas.microsoft.com/office/drawing/2014/main" id="{5DA2DC40-CB02-8D25-F716-062D729E547F}"/>
              </a:ext>
            </a:extLst>
          </p:cNvPr>
          <p:cNvSpPr>
            <a:spLocks noChangeShapeType="1"/>
          </p:cNvSpPr>
          <p:nvPr/>
        </p:nvSpPr>
        <p:spPr bwMode="auto">
          <a:xfrm flipH="1">
            <a:off x="10217785" y="4438333"/>
            <a:ext cx="317500" cy="481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304" name="Object 1096">
            <a:extLst>
              <a:ext uri="{FF2B5EF4-FFF2-40B4-BE49-F238E27FC236}">
                <a16:creationId xmlns:a16="http://schemas.microsoft.com/office/drawing/2014/main" id="{96E76E52-6D2E-3B82-D0C5-ED003062A0A1}"/>
              </a:ext>
            </a:extLst>
          </p:cNvPr>
          <p:cNvGraphicFramePr>
            <a:graphicFrameLocks noChangeAspect="1"/>
          </p:cNvGraphicFramePr>
          <p:nvPr>
            <p:extLst>
              <p:ext uri="{D42A27DB-BD31-4B8C-83A1-F6EECF244321}">
                <p14:modId xmlns:p14="http://schemas.microsoft.com/office/powerpoint/2010/main" val="1692959812"/>
              </p:ext>
            </p:extLst>
          </p:nvPr>
        </p:nvGraphicFramePr>
        <p:xfrm>
          <a:off x="10419398" y="3892233"/>
          <a:ext cx="231775" cy="293687"/>
        </p:xfrm>
        <a:graphic>
          <a:graphicData uri="http://schemas.openxmlformats.org/presentationml/2006/ole">
            <mc:AlternateContent xmlns:mc="http://schemas.openxmlformats.org/markup-compatibility/2006">
              <mc:Choice xmlns:v="urn:schemas-microsoft-com:vml" Requires="v">
                <p:oleObj name="Clip" r:id="rId12" imgW="982811" imgH="1208363" progId="MS_ClipArt_Gallery.2">
                  <p:embed/>
                </p:oleObj>
              </mc:Choice>
              <mc:Fallback>
                <p:oleObj name="Clip" r:id="rId12" imgW="982811" imgH="1208363" progId="MS_ClipArt_Gallery.2">
                  <p:embed/>
                  <p:pic>
                    <p:nvPicPr>
                      <p:cNvPr id="39969" name="Object 1096">
                        <a:extLst>
                          <a:ext uri="{FF2B5EF4-FFF2-40B4-BE49-F238E27FC236}">
                            <a16:creationId xmlns:a16="http://schemas.microsoft.com/office/drawing/2014/main" id="{D37D497B-59A6-97B0-65EA-6A4DFA33EA6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419398" y="3892233"/>
                        <a:ext cx="231775"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5" name="Object 1097">
            <a:extLst>
              <a:ext uri="{FF2B5EF4-FFF2-40B4-BE49-F238E27FC236}">
                <a16:creationId xmlns:a16="http://schemas.microsoft.com/office/drawing/2014/main" id="{FAAEB2D6-BD0A-918B-5942-902ED6C348ED}"/>
              </a:ext>
            </a:extLst>
          </p:cNvPr>
          <p:cNvGraphicFramePr>
            <a:graphicFrameLocks noChangeAspect="1"/>
          </p:cNvGraphicFramePr>
          <p:nvPr>
            <p:extLst>
              <p:ext uri="{D42A27DB-BD31-4B8C-83A1-F6EECF244321}">
                <p14:modId xmlns:p14="http://schemas.microsoft.com/office/powerpoint/2010/main" val="1950741561"/>
              </p:ext>
            </p:extLst>
          </p:nvPr>
        </p:nvGraphicFramePr>
        <p:xfrm>
          <a:off x="8898573" y="3990658"/>
          <a:ext cx="231775" cy="293687"/>
        </p:xfrm>
        <a:graphic>
          <a:graphicData uri="http://schemas.openxmlformats.org/presentationml/2006/ole">
            <mc:AlternateContent xmlns:mc="http://schemas.openxmlformats.org/markup-compatibility/2006">
              <mc:Choice xmlns:v="urn:schemas-microsoft-com:vml" Requires="v">
                <p:oleObj name="Clip" r:id="rId14" imgW="982811" imgH="1208363" progId="MS_ClipArt_Gallery.2">
                  <p:embed/>
                </p:oleObj>
              </mc:Choice>
              <mc:Fallback>
                <p:oleObj name="Clip" r:id="rId14" imgW="982811" imgH="1208363" progId="MS_ClipArt_Gallery.2">
                  <p:embed/>
                  <p:pic>
                    <p:nvPicPr>
                      <p:cNvPr id="39970" name="Object 1097">
                        <a:extLst>
                          <a:ext uri="{FF2B5EF4-FFF2-40B4-BE49-F238E27FC236}">
                            <a16:creationId xmlns:a16="http://schemas.microsoft.com/office/drawing/2014/main" id="{57D599E6-321D-996B-69E4-193C7EAF4B2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898573" y="3990658"/>
                        <a:ext cx="231775" cy="29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6" name="Freeform 1098">
            <a:extLst>
              <a:ext uri="{FF2B5EF4-FFF2-40B4-BE49-F238E27FC236}">
                <a16:creationId xmlns:a16="http://schemas.microsoft.com/office/drawing/2014/main" id="{699377CF-CB2C-89D8-1E5A-3DF973CC8770}"/>
              </a:ext>
            </a:extLst>
          </p:cNvPr>
          <p:cNvSpPr>
            <a:spLocks/>
          </p:cNvSpPr>
          <p:nvPr/>
        </p:nvSpPr>
        <p:spPr bwMode="auto">
          <a:xfrm>
            <a:off x="8990648" y="3714433"/>
            <a:ext cx="1539875" cy="373062"/>
          </a:xfrm>
          <a:custGeom>
            <a:avLst/>
            <a:gdLst>
              <a:gd name="T0" fmla="*/ 0 w 972"/>
              <a:gd name="T1" fmla="*/ 2147483646 h 228"/>
              <a:gd name="T2" fmla="*/ 2147483646 w 972"/>
              <a:gd name="T3" fmla="*/ 2147483646 h 228"/>
              <a:gd name="T4" fmla="*/ 2147483646 w 972"/>
              <a:gd name="T5" fmla="*/ 2147483646 h 228"/>
              <a:gd name="T6" fmla="*/ 0 60000 65536"/>
              <a:gd name="T7" fmla="*/ 0 60000 65536"/>
              <a:gd name="T8" fmla="*/ 0 60000 65536"/>
              <a:gd name="T9" fmla="*/ 0 w 972"/>
              <a:gd name="T10" fmla="*/ 0 h 228"/>
              <a:gd name="T11" fmla="*/ 972 w 972"/>
              <a:gd name="T12" fmla="*/ 228 h 228"/>
            </a:gdLst>
            <a:ahLst/>
            <a:cxnLst>
              <a:cxn ang="T6">
                <a:pos x="T0" y="T1"/>
              </a:cxn>
              <a:cxn ang="T7">
                <a:pos x="T2" y="T3"/>
              </a:cxn>
              <a:cxn ang="T8">
                <a:pos x="T4" y="T5"/>
              </a:cxn>
            </a:cxnLst>
            <a:rect l="T9" t="T10" r="T11" b="T12"/>
            <a:pathLst>
              <a:path w="972" h="228">
                <a:moveTo>
                  <a:pt x="0" y="228"/>
                </a:moveTo>
                <a:cubicBezTo>
                  <a:pt x="135" y="123"/>
                  <a:pt x="270" y="18"/>
                  <a:pt x="432" y="9"/>
                </a:cubicBezTo>
                <a:cubicBezTo>
                  <a:pt x="594" y="0"/>
                  <a:pt x="783" y="85"/>
                  <a:pt x="972" y="171"/>
                </a:cubicBezTo>
              </a:path>
            </a:pathLst>
          </a:cu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07" name="Group 1099">
            <a:extLst>
              <a:ext uri="{FF2B5EF4-FFF2-40B4-BE49-F238E27FC236}">
                <a16:creationId xmlns:a16="http://schemas.microsoft.com/office/drawing/2014/main" id="{87B515D0-9551-5C6A-EFDC-BA9AEEE0969B}"/>
              </a:ext>
            </a:extLst>
          </p:cNvPr>
          <p:cNvGrpSpPr>
            <a:grpSpLocks/>
          </p:cNvGrpSpPr>
          <p:nvPr/>
        </p:nvGrpSpPr>
        <p:grpSpPr bwMode="auto">
          <a:xfrm>
            <a:off x="9293860" y="5454333"/>
            <a:ext cx="463550" cy="522287"/>
            <a:chOff x="2870" y="1518"/>
            <a:chExt cx="292" cy="320"/>
          </a:xfrm>
        </p:grpSpPr>
        <p:graphicFrame>
          <p:nvGraphicFramePr>
            <p:cNvPr id="308" name="Object 1100">
              <a:extLst>
                <a:ext uri="{FF2B5EF4-FFF2-40B4-BE49-F238E27FC236}">
                  <a16:creationId xmlns:a16="http://schemas.microsoft.com/office/drawing/2014/main" id="{015C812F-740E-DC40-2C38-CAFAECD454DC}"/>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5" imgW="826829" imgH="840406" progId="MS_ClipArt_Gallery.2">
                    <p:embed/>
                  </p:oleObj>
                </mc:Choice>
                <mc:Fallback>
                  <p:oleObj name="Clip" r:id="rId15" imgW="826829" imgH="840406" progId="MS_ClipArt_Gallery.2">
                    <p:embed/>
                    <p:pic>
                      <p:nvPicPr>
                        <p:cNvPr id="40125" name="Object 1100">
                          <a:extLst>
                            <a:ext uri="{FF2B5EF4-FFF2-40B4-BE49-F238E27FC236}">
                              <a16:creationId xmlns:a16="http://schemas.microsoft.com/office/drawing/2014/main" id="{5B7C3ABF-2CC2-FA6E-3E54-9A9F125E5B0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9" name="Object 1101">
              <a:extLst>
                <a:ext uri="{FF2B5EF4-FFF2-40B4-BE49-F238E27FC236}">
                  <a16:creationId xmlns:a16="http://schemas.microsoft.com/office/drawing/2014/main" id="{C562CFBA-AD45-DD4A-7757-3D2160793D7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8295" imgH="1199426" progId="MS_ClipArt_Gallery.2">
                    <p:embed/>
                  </p:oleObj>
                </mc:Choice>
                <mc:Fallback>
                  <p:oleObj name="Clip" r:id="rId17" imgW="1268295" imgH="1199426" progId="MS_ClipArt_Gallery.2">
                    <p:embed/>
                    <p:pic>
                      <p:nvPicPr>
                        <p:cNvPr id="40126" name="Object 1101">
                          <a:extLst>
                            <a:ext uri="{FF2B5EF4-FFF2-40B4-BE49-F238E27FC236}">
                              <a16:creationId xmlns:a16="http://schemas.microsoft.com/office/drawing/2014/main" id="{57D644F9-8682-6F43-0095-480F498B7A8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10" name="Group 1102">
            <a:extLst>
              <a:ext uri="{FF2B5EF4-FFF2-40B4-BE49-F238E27FC236}">
                <a16:creationId xmlns:a16="http://schemas.microsoft.com/office/drawing/2014/main" id="{FB90219B-8AE2-0922-D9F4-68EE8A1EC046}"/>
              </a:ext>
            </a:extLst>
          </p:cNvPr>
          <p:cNvGrpSpPr>
            <a:grpSpLocks/>
          </p:cNvGrpSpPr>
          <p:nvPr/>
        </p:nvGrpSpPr>
        <p:grpSpPr bwMode="auto">
          <a:xfrm>
            <a:off x="10179685" y="5494020"/>
            <a:ext cx="461963" cy="522288"/>
            <a:chOff x="2870" y="1518"/>
            <a:chExt cx="292" cy="320"/>
          </a:xfrm>
        </p:grpSpPr>
        <p:graphicFrame>
          <p:nvGraphicFramePr>
            <p:cNvPr id="311" name="Object 1103">
              <a:extLst>
                <a:ext uri="{FF2B5EF4-FFF2-40B4-BE49-F238E27FC236}">
                  <a16:creationId xmlns:a16="http://schemas.microsoft.com/office/drawing/2014/main" id="{67876892-3889-5F93-1896-5BE7845D658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MS_ClipArt_Gallery.2">
                    <p:embed/>
                  </p:oleObj>
                </mc:Choice>
                <mc:Fallback>
                  <p:oleObj name="Clip" r:id="rId19" imgW="826829" imgH="840406" progId="MS_ClipArt_Gallery.2">
                    <p:embed/>
                    <p:pic>
                      <p:nvPicPr>
                        <p:cNvPr id="40123" name="Object 1103">
                          <a:extLst>
                            <a:ext uri="{FF2B5EF4-FFF2-40B4-BE49-F238E27FC236}">
                              <a16:creationId xmlns:a16="http://schemas.microsoft.com/office/drawing/2014/main" id="{E2E0986D-ED22-8C34-F423-657DBB7E9B9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2" name="Object 1104">
              <a:extLst>
                <a:ext uri="{FF2B5EF4-FFF2-40B4-BE49-F238E27FC236}">
                  <a16:creationId xmlns:a16="http://schemas.microsoft.com/office/drawing/2014/main" id="{336A46F6-42B2-A47E-A809-E3183BBDB90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MS_ClipArt_Gallery.2">
                    <p:embed/>
                  </p:oleObj>
                </mc:Choice>
                <mc:Fallback>
                  <p:oleObj name="Clip" r:id="rId20" imgW="1268295" imgH="1199426" progId="MS_ClipArt_Gallery.2">
                    <p:embed/>
                    <p:pic>
                      <p:nvPicPr>
                        <p:cNvPr id="40124" name="Object 1104">
                          <a:extLst>
                            <a:ext uri="{FF2B5EF4-FFF2-40B4-BE49-F238E27FC236}">
                              <a16:creationId xmlns:a16="http://schemas.microsoft.com/office/drawing/2014/main" id="{3EEFB7EE-8F7F-5D10-8AFD-001506A3178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13" name="Group 1105">
            <a:extLst>
              <a:ext uri="{FF2B5EF4-FFF2-40B4-BE49-F238E27FC236}">
                <a16:creationId xmlns:a16="http://schemas.microsoft.com/office/drawing/2014/main" id="{037C1348-6416-AE5A-D3AA-9490402746B5}"/>
              </a:ext>
            </a:extLst>
          </p:cNvPr>
          <p:cNvGrpSpPr>
            <a:grpSpLocks/>
          </p:cNvGrpSpPr>
          <p:nvPr/>
        </p:nvGrpSpPr>
        <p:grpSpPr bwMode="auto">
          <a:xfrm>
            <a:off x="9708198" y="5146358"/>
            <a:ext cx="431800" cy="460375"/>
            <a:chOff x="4733" y="2082"/>
            <a:chExt cx="272" cy="282"/>
          </a:xfrm>
        </p:grpSpPr>
        <p:graphicFrame>
          <p:nvGraphicFramePr>
            <p:cNvPr id="314" name="Object 1106">
              <a:extLst>
                <a:ext uri="{FF2B5EF4-FFF2-40B4-BE49-F238E27FC236}">
                  <a16:creationId xmlns:a16="http://schemas.microsoft.com/office/drawing/2014/main" id="{C7B36CF9-46DA-9F7C-B034-2FD7D555F873}"/>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name="Clip" r:id="rId21" imgW="826829" imgH="840406" progId="MS_ClipArt_Gallery.2">
                    <p:embed/>
                  </p:oleObj>
                </mc:Choice>
                <mc:Fallback>
                  <p:oleObj name="Clip" r:id="rId21" imgW="826829" imgH="840406" progId="MS_ClipArt_Gallery.2">
                    <p:embed/>
                    <p:pic>
                      <p:nvPicPr>
                        <p:cNvPr id="40121" name="Object 1106">
                          <a:extLst>
                            <a:ext uri="{FF2B5EF4-FFF2-40B4-BE49-F238E27FC236}">
                              <a16:creationId xmlns:a16="http://schemas.microsoft.com/office/drawing/2014/main" id="{4BC065D4-CE31-D364-CDF8-98160E2A120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5" name="Rectangle 1107">
              <a:extLst>
                <a:ext uri="{FF2B5EF4-FFF2-40B4-BE49-F238E27FC236}">
                  <a16:creationId xmlns:a16="http://schemas.microsoft.com/office/drawing/2014/main" id="{E92F2326-39D4-72AB-AB04-C42F071AFCFD}"/>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sp>
        <p:nvSpPr>
          <p:cNvPr id="316" name="Line 1108">
            <a:extLst>
              <a:ext uri="{FF2B5EF4-FFF2-40B4-BE49-F238E27FC236}">
                <a16:creationId xmlns:a16="http://schemas.microsoft.com/office/drawing/2014/main" id="{52AEFAF5-FBBD-3AB6-335A-A8C79DB74B26}"/>
              </a:ext>
            </a:extLst>
          </p:cNvPr>
          <p:cNvSpPr>
            <a:spLocks noChangeShapeType="1"/>
          </p:cNvSpPr>
          <p:nvPr/>
        </p:nvSpPr>
        <p:spPr bwMode="auto">
          <a:xfrm>
            <a:off x="10055860" y="5027295"/>
            <a:ext cx="0" cy="279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17" name="Group 1109">
            <a:extLst>
              <a:ext uri="{FF2B5EF4-FFF2-40B4-BE49-F238E27FC236}">
                <a16:creationId xmlns:a16="http://schemas.microsoft.com/office/drawing/2014/main" id="{E7554AAD-DCBD-CDDB-B9E6-788F43451B2E}"/>
              </a:ext>
            </a:extLst>
          </p:cNvPr>
          <p:cNvGrpSpPr>
            <a:grpSpLocks/>
          </p:cNvGrpSpPr>
          <p:nvPr/>
        </p:nvGrpSpPr>
        <p:grpSpPr bwMode="auto">
          <a:xfrm>
            <a:off x="10876598" y="4322445"/>
            <a:ext cx="236537" cy="501650"/>
            <a:chOff x="4180" y="783"/>
            <a:chExt cx="150" cy="307"/>
          </a:xfrm>
        </p:grpSpPr>
        <p:sp>
          <p:nvSpPr>
            <p:cNvPr id="318" name="AutoShape 1110">
              <a:extLst>
                <a:ext uri="{FF2B5EF4-FFF2-40B4-BE49-F238E27FC236}">
                  <a16:creationId xmlns:a16="http://schemas.microsoft.com/office/drawing/2014/main" id="{B2674AF4-2335-077F-89BE-D542281F4B05}"/>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19" name="Rectangle 1111">
              <a:extLst>
                <a:ext uri="{FF2B5EF4-FFF2-40B4-BE49-F238E27FC236}">
                  <a16:creationId xmlns:a16="http://schemas.microsoft.com/office/drawing/2014/main" id="{D851D05B-97BF-CF5A-02AE-B1C0EDC4FD6E}"/>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20" name="Rectangle 1112">
              <a:extLst>
                <a:ext uri="{FF2B5EF4-FFF2-40B4-BE49-F238E27FC236}">
                  <a16:creationId xmlns:a16="http://schemas.microsoft.com/office/drawing/2014/main" id="{F37CEFEB-470C-B5BD-DFD1-C9B2DC187E48}"/>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21" name="AutoShape 1113">
              <a:extLst>
                <a:ext uri="{FF2B5EF4-FFF2-40B4-BE49-F238E27FC236}">
                  <a16:creationId xmlns:a16="http://schemas.microsoft.com/office/drawing/2014/main" id="{2B515466-CFDB-57F0-86CA-8B83D1106753}"/>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22" name="Line 1114">
              <a:extLst>
                <a:ext uri="{FF2B5EF4-FFF2-40B4-BE49-F238E27FC236}">
                  <a16:creationId xmlns:a16="http://schemas.microsoft.com/office/drawing/2014/main" id="{5AE9284F-45F4-C8B7-B85B-E9D9253627F5}"/>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3" name="Line 1115">
              <a:extLst>
                <a:ext uri="{FF2B5EF4-FFF2-40B4-BE49-F238E27FC236}">
                  <a16:creationId xmlns:a16="http://schemas.microsoft.com/office/drawing/2014/main" id="{59441D2D-BC91-2854-892C-BE7370ECFA05}"/>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4" name="Rectangle 1116">
              <a:extLst>
                <a:ext uri="{FF2B5EF4-FFF2-40B4-BE49-F238E27FC236}">
                  <a16:creationId xmlns:a16="http://schemas.microsoft.com/office/drawing/2014/main" id="{02916B2E-2D70-0874-BE05-9590D613FC1B}"/>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25" name="Rectangle 1117">
              <a:extLst>
                <a:ext uri="{FF2B5EF4-FFF2-40B4-BE49-F238E27FC236}">
                  <a16:creationId xmlns:a16="http://schemas.microsoft.com/office/drawing/2014/main" id="{780A6139-0B1C-7E6F-C555-40B92CFB84A9}"/>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326" name="Group 1118">
            <a:extLst>
              <a:ext uri="{FF2B5EF4-FFF2-40B4-BE49-F238E27FC236}">
                <a16:creationId xmlns:a16="http://schemas.microsoft.com/office/drawing/2014/main" id="{E42449B5-3453-A825-DA40-563A110372B8}"/>
              </a:ext>
            </a:extLst>
          </p:cNvPr>
          <p:cNvGrpSpPr>
            <a:grpSpLocks/>
          </p:cNvGrpSpPr>
          <p:nvPr/>
        </p:nvGrpSpPr>
        <p:grpSpPr bwMode="auto">
          <a:xfrm>
            <a:off x="10862310" y="4866958"/>
            <a:ext cx="236538" cy="500062"/>
            <a:chOff x="4180" y="783"/>
            <a:chExt cx="150" cy="307"/>
          </a:xfrm>
        </p:grpSpPr>
        <p:sp>
          <p:nvSpPr>
            <p:cNvPr id="327" name="AutoShape 1119">
              <a:extLst>
                <a:ext uri="{FF2B5EF4-FFF2-40B4-BE49-F238E27FC236}">
                  <a16:creationId xmlns:a16="http://schemas.microsoft.com/office/drawing/2014/main" id="{AA57F5B5-738C-24F5-828D-F089F67E5895}"/>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28" name="Rectangle 1120">
              <a:extLst>
                <a:ext uri="{FF2B5EF4-FFF2-40B4-BE49-F238E27FC236}">
                  <a16:creationId xmlns:a16="http://schemas.microsoft.com/office/drawing/2014/main" id="{34D88BB1-0AA6-CD8C-7DCE-1E446A3B6931}"/>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29" name="Rectangle 1121">
              <a:extLst>
                <a:ext uri="{FF2B5EF4-FFF2-40B4-BE49-F238E27FC236}">
                  <a16:creationId xmlns:a16="http://schemas.microsoft.com/office/drawing/2014/main" id="{1BB5ED09-615A-1D7E-CCE6-2DD634CAD4D8}"/>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30" name="AutoShape 1122">
              <a:extLst>
                <a:ext uri="{FF2B5EF4-FFF2-40B4-BE49-F238E27FC236}">
                  <a16:creationId xmlns:a16="http://schemas.microsoft.com/office/drawing/2014/main" id="{A4108A47-2D12-C7FD-89A2-BFC7F9A982A6}"/>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31" name="Line 1123">
              <a:extLst>
                <a:ext uri="{FF2B5EF4-FFF2-40B4-BE49-F238E27FC236}">
                  <a16:creationId xmlns:a16="http://schemas.microsoft.com/office/drawing/2014/main" id="{AC41F837-29BB-C829-FCCB-5F1E62BCB1B9}"/>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2" name="Line 1124">
              <a:extLst>
                <a:ext uri="{FF2B5EF4-FFF2-40B4-BE49-F238E27FC236}">
                  <a16:creationId xmlns:a16="http://schemas.microsoft.com/office/drawing/2014/main" id="{1D365708-83C3-6AB7-98A9-98C6E83749D2}"/>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3" name="Rectangle 1125">
              <a:extLst>
                <a:ext uri="{FF2B5EF4-FFF2-40B4-BE49-F238E27FC236}">
                  <a16:creationId xmlns:a16="http://schemas.microsoft.com/office/drawing/2014/main" id="{1749C4A8-3315-E840-64D0-8DF61467D5EB}"/>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34" name="Rectangle 1126">
              <a:extLst>
                <a:ext uri="{FF2B5EF4-FFF2-40B4-BE49-F238E27FC236}">
                  <a16:creationId xmlns:a16="http://schemas.microsoft.com/office/drawing/2014/main" id="{F746E5C8-99F1-0F51-0977-041E18CC2C1D}"/>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sp>
        <p:nvSpPr>
          <p:cNvPr id="335" name="Line 1127">
            <a:extLst>
              <a:ext uri="{FF2B5EF4-FFF2-40B4-BE49-F238E27FC236}">
                <a16:creationId xmlns:a16="http://schemas.microsoft.com/office/drawing/2014/main" id="{41162FB4-1EBA-B5E9-AE22-34395F3DB31A}"/>
              </a:ext>
            </a:extLst>
          </p:cNvPr>
          <p:cNvSpPr>
            <a:spLocks noChangeShapeType="1"/>
          </p:cNvSpPr>
          <p:nvPr/>
        </p:nvSpPr>
        <p:spPr bwMode="auto">
          <a:xfrm rot="5400000" flipH="1">
            <a:off x="10410667" y="4780439"/>
            <a:ext cx="7477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6" name="Line 1128">
            <a:extLst>
              <a:ext uri="{FF2B5EF4-FFF2-40B4-BE49-F238E27FC236}">
                <a16:creationId xmlns:a16="http://schemas.microsoft.com/office/drawing/2014/main" id="{C853717A-CDF5-1626-933B-EE1DFBDAF952}"/>
              </a:ext>
            </a:extLst>
          </p:cNvPr>
          <p:cNvSpPr>
            <a:spLocks noChangeShapeType="1"/>
          </p:cNvSpPr>
          <p:nvPr/>
        </p:nvSpPr>
        <p:spPr bwMode="auto">
          <a:xfrm rot="16200000">
            <a:off x="10838498" y="5092382"/>
            <a:ext cx="0" cy="1174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7" name="Line 1129">
            <a:extLst>
              <a:ext uri="{FF2B5EF4-FFF2-40B4-BE49-F238E27FC236}">
                <a16:creationId xmlns:a16="http://schemas.microsoft.com/office/drawing/2014/main" id="{9FE320E9-8FE3-0905-FAAC-6C94E793E945}"/>
              </a:ext>
            </a:extLst>
          </p:cNvPr>
          <p:cNvSpPr>
            <a:spLocks noChangeShapeType="1"/>
          </p:cNvSpPr>
          <p:nvPr/>
        </p:nvSpPr>
        <p:spPr bwMode="auto">
          <a:xfrm rot="16200000">
            <a:off x="10827385" y="4517708"/>
            <a:ext cx="0" cy="101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 name="Line 1130">
            <a:extLst>
              <a:ext uri="{FF2B5EF4-FFF2-40B4-BE49-F238E27FC236}">
                <a16:creationId xmlns:a16="http://schemas.microsoft.com/office/drawing/2014/main" id="{7D01369D-73AF-4680-E18E-60130561D468}"/>
              </a:ext>
            </a:extLst>
          </p:cNvPr>
          <p:cNvSpPr>
            <a:spLocks noChangeShapeType="1"/>
          </p:cNvSpPr>
          <p:nvPr/>
        </p:nvSpPr>
        <p:spPr bwMode="auto">
          <a:xfrm flipV="1">
            <a:off x="9325610" y="2241233"/>
            <a:ext cx="520700" cy="254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9" name="Line 1131">
            <a:extLst>
              <a:ext uri="{FF2B5EF4-FFF2-40B4-BE49-F238E27FC236}">
                <a16:creationId xmlns:a16="http://schemas.microsoft.com/office/drawing/2014/main" id="{0176995D-BC86-36B9-46A0-CD2B27A06FDC}"/>
              </a:ext>
            </a:extLst>
          </p:cNvPr>
          <p:cNvSpPr>
            <a:spLocks noChangeShapeType="1"/>
          </p:cNvSpPr>
          <p:nvPr/>
        </p:nvSpPr>
        <p:spPr bwMode="auto">
          <a:xfrm>
            <a:off x="10389235" y="2222183"/>
            <a:ext cx="552450" cy="254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0" name="Line 1132">
            <a:extLst>
              <a:ext uri="{FF2B5EF4-FFF2-40B4-BE49-F238E27FC236}">
                <a16:creationId xmlns:a16="http://schemas.microsoft.com/office/drawing/2014/main" id="{3BC7B1DB-7C87-7F05-AEBC-986D6B92CAB9}"/>
              </a:ext>
            </a:extLst>
          </p:cNvPr>
          <p:cNvSpPr>
            <a:spLocks noChangeShapeType="1"/>
          </p:cNvSpPr>
          <p:nvPr/>
        </p:nvSpPr>
        <p:spPr bwMode="auto">
          <a:xfrm flipH="1">
            <a:off x="10979785" y="2633345"/>
            <a:ext cx="273050" cy="8334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1" name="Line 1133">
            <a:extLst>
              <a:ext uri="{FF2B5EF4-FFF2-40B4-BE49-F238E27FC236}">
                <a16:creationId xmlns:a16="http://schemas.microsoft.com/office/drawing/2014/main" id="{BE43A8E0-C941-9256-C30B-B83E05BEC2F4}"/>
              </a:ext>
            </a:extLst>
          </p:cNvPr>
          <p:cNvSpPr>
            <a:spLocks noChangeShapeType="1"/>
          </p:cNvSpPr>
          <p:nvPr/>
        </p:nvSpPr>
        <p:spPr bwMode="auto">
          <a:xfrm>
            <a:off x="10103485" y="2358708"/>
            <a:ext cx="0" cy="5286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2" name="Line 1134">
            <a:extLst>
              <a:ext uri="{FF2B5EF4-FFF2-40B4-BE49-F238E27FC236}">
                <a16:creationId xmlns:a16="http://schemas.microsoft.com/office/drawing/2014/main" id="{37B9576A-ED39-A53F-34F5-9C8A59F171E9}"/>
              </a:ext>
            </a:extLst>
          </p:cNvPr>
          <p:cNvSpPr>
            <a:spLocks noChangeShapeType="1"/>
          </p:cNvSpPr>
          <p:nvPr/>
        </p:nvSpPr>
        <p:spPr bwMode="auto">
          <a:xfrm>
            <a:off x="10132060" y="3150870"/>
            <a:ext cx="608013" cy="450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3" name="Line 1135">
            <a:extLst>
              <a:ext uri="{FF2B5EF4-FFF2-40B4-BE49-F238E27FC236}">
                <a16:creationId xmlns:a16="http://schemas.microsoft.com/office/drawing/2014/main" id="{3C857D57-5B65-73CD-4506-74E512122DE3}"/>
              </a:ext>
            </a:extLst>
          </p:cNvPr>
          <p:cNvSpPr>
            <a:spLocks noChangeShapeType="1"/>
          </p:cNvSpPr>
          <p:nvPr/>
        </p:nvSpPr>
        <p:spPr bwMode="auto">
          <a:xfrm flipH="1">
            <a:off x="10655935" y="3720783"/>
            <a:ext cx="303213"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4" name="Line 1136">
            <a:extLst>
              <a:ext uri="{FF2B5EF4-FFF2-40B4-BE49-F238E27FC236}">
                <a16:creationId xmlns:a16="http://schemas.microsoft.com/office/drawing/2014/main" id="{BCD381A5-5E54-0205-8938-00A1DB28B559}"/>
              </a:ext>
            </a:extLst>
          </p:cNvPr>
          <p:cNvSpPr>
            <a:spLocks noChangeShapeType="1"/>
          </p:cNvSpPr>
          <p:nvPr/>
        </p:nvSpPr>
        <p:spPr bwMode="auto">
          <a:xfrm flipH="1">
            <a:off x="10397173" y="2593658"/>
            <a:ext cx="638175" cy="469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5" name="Line 1137">
            <a:extLst>
              <a:ext uri="{FF2B5EF4-FFF2-40B4-BE49-F238E27FC236}">
                <a16:creationId xmlns:a16="http://schemas.microsoft.com/office/drawing/2014/main" id="{B8E6FD66-9515-42B6-D015-3E6532D18D47}"/>
              </a:ext>
            </a:extLst>
          </p:cNvPr>
          <p:cNvSpPr>
            <a:spLocks noChangeShapeType="1"/>
          </p:cNvSpPr>
          <p:nvPr/>
        </p:nvSpPr>
        <p:spPr bwMode="auto">
          <a:xfrm flipH="1">
            <a:off x="10408285" y="1909445"/>
            <a:ext cx="398463" cy="3127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6" name="Line 1138">
            <a:extLst>
              <a:ext uri="{FF2B5EF4-FFF2-40B4-BE49-F238E27FC236}">
                <a16:creationId xmlns:a16="http://schemas.microsoft.com/office/drawing/2014/main" id="{0279A941-8EAF-F5BE-2530-843F418D18F8}"/>
              </a:ext>
            </a:extLst>
          </p:cNvPr>
          <p:cNvSpPr>
            <a:spLocks noChangeShapeType="1"/>
          </p:cNvSpPr>
          <p:nvPr/>
        </p:nvSpPr>
        <p:spPr bwMode="auto">
          <a:xfrm flipH="1">
            <a:off x="11224260" y="2123758"/>
            <a:ext cx="230188" cy="215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47" name="Group 1139">
            <a:extLst>
              <a:ext uri="{FF2B5EF4-FFF2-40B4-BE49-F238E27FC236}">
                <a16:creationId xmlns:a16="http://schemas.microsoft.com/office/drawing/2014/main" id="{AC70E65C-6349-0850-1C6A-00FB06F997F4}"/>
              </a:ext>
            </a:extLst>
          </p:cNvPr>
          <p:cNvGrpSpPr>
            <a:grpSpLocks/>
          </p:cNvGrpSpPr>
          <p:nvPr/>
        </p:nvGrpSpPr>
        <p:grpSpPr bwMode="auto">
          <a:xfrm>
            <a:off x="8735060" y="2358708"/>
            <a:ext cx="569913" cy="285750"/>
            <a:chOff x="3600" y="219"/>
            <a:chExt cx="360" cy="175"/>
          </a:xfrm>
        </p:grpSpPr>
        <p:sp>
          <p:nvSpPr>
            <p:cNvPr id="348" name="Oval 1140">
              <a:extLst>
                <a:ext uri="{FF2B5EF4-FFF2-40B4-BE49-F238E27FC236}">
                  <a16:creationId xmlns:a16="http://schemas.microsoft.com/office/drawing/2014/main" id="{6AB11130-4AEB-236B-80A0-89691E9BA59A}"/>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49" name="Line 1141">
              <a:extLst>
                <a:ext uri="{FF2B5EF4-FFF2-40B4-BE49-F238E27FC236}">
                  <a16:creationId xmlns:a16="http://schemas.microsoft.com/office/drawing/2014/main" id="{D8D7157A-A613-F497-F4D8-8D29B0220A3E}"/>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0" name="Line 1142">
              <a:extLst>
                <a:ext uri="{FF2B5EF4-FFF2-40B4-BE49-F238E27FC236}">
                  <a16:creationId xmlns:a16="http://schemas.microsoft.com/office/drawing/2014/main" id="{B6784FE5-AD77-7A96-2A03-F7842143443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1" name="Rectangle 1143">
              <a:extLst>
                <a:ext uri="{FF2B5EF4-FFF2-40B4-BE49-F238E27FC236}">
                  <a16:creationId xmlns:a16="http://schemas.microsoft.com/office/drawing/2014/main" id="{EC78D2BD-27DD-9E32-7D02-4D62B635B58E}"/>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352" name="Oval 1144">
              <a:extLst>
                <a:ext uri="{FF2B5EF4-FFF2-40B4-BE49-F238E27FC236}">
                  <a16:creationId xmlns:a16="http://schemas.microsoft.com/office/drawing/2014/main" id="{8BB660FF-0532-6B3B-E662-1E34232584E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353" name="Group 1145">
              <a:extLst>
                <a:ext uri="{FF2B5EF4-FFF2-40B4-BE49-F238E27FC236}">
                  <a16:creationId xmlns:a16="http://schemas.microsoft.com/office/drawing/2014/main" id="{E6422C95-7CD3-73E5-C21F-2FF50069DA8C}"/>
                </a:ext>
              </a:extLst>
            </p:cNvPr>
            <p:cNvGrpSpPr>
              <a:grpSpLocks/>
            </p:cNvGrpSpPr>
            <p:nvPr/>
          </p:nvGrpSpPr>
          <p:grpSpPr bwMode="auto">
            <a:xfrm>
              <a:off x="3686" y="244"/>
              <a:ext cx="177" cy="66"/>
              <a:chOff x="2848" y="848"/>
              <a:chExt cx="140" cy="98"/>
            </a:xfrm>
          </p:grpSpPr>
          <p:sp>
            <p:nvSpPr>
              <p:cNvPr id="358" name="Line 1146">
                <a:extLst>
                  <a:ext uri="{FF2B5EF4-FFF2-40B4-BE49-F238E27FC236}">
                    <a16:creationId xmlns:a16="http://schemas.microsoft.com/office/drawing/2014/main" id="{FAD9A61A-957C-EA8D-4FDE-E80A720ACF8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 name="Line 1147">
                <a:extLst>
                  <a:ext uri="{FF2B5EF4-FFF2-40B4-BE49-F238E27FC236}">
                    <a16:creationId xmlns:a16="http://schemas.microsoft.com/office/drawing/2014/main" id="{46F804AC-3D82-0D27-007C-82A56A764C5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0" name="Line 1148">
                <a:extLst>
                  <a:ext uri="{FF2B5EF4-FFF2-40B4-BE49-F238E27FC236}">
                    <a16:creationId xmlns:a16="http://schemas.microsoft.com/office/drawing/2014/main" id="{14FD2C21-30F5-AD9A-40C0-2D9899766B7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4" name="Group 1149">
              <a:extLst>
                <a:ext uri="{FF2B5EF4-FFF2-40B4-BE49-F238E27FC236}">
                  <a16:creationId xmlns:a16="http://schemas.microsoft.com/office/drawing/2014/main" id="{8CE55368-C31F-FB6A-2045-A18F05A150D6}"/>
                </a:ext>
              </a:extLst>
            </p:cNvPr>
            <p:cNvGrpSpPr>
              <a:grpSpLocks/>
            </p:cNvGrpSpPr>
            <p:nvPr/>
          </p:nvGrpSpPr>
          <p:grpSpPr bwMode="auto">
            <a:xfrm flipV="1">
              <a:off x="3686" y="243"/>
              <a:ext cx="177" cy="66"/>
              <a:chOff x="2848" y="848"/>
              <a:chExt cx="140" cy="98"/>
            </a:xfrm>
          </p:grpSpPr>
          <p:sp>
            <p:nvSpPr>
              <p:cNvPr id="355" name="Line 1150">
                <a:extLst>
                  <a:ext uri="{FF2B5EF4-FFF2-40B4-BE49-F238E27FC236}">
                    <a16:creationId xmlns:a16="http://schemas.microsoft.com/office/drawing/2014/main" id="{BE7CEF1A-04B8-0C19-3B16-0B3E03E44FD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6" name="Line 1151">
                <a:extLst>
                  <a:ext uri="{FF2B5EF4-FFF2-40B4-BE49-F238E27FC236}">
                    <a16:creationId xmlns:a16="http://schemas.microsoft.com/office/drawing/2014/main" id="{66BE43AD-B42E-479E-F0DA-00F79365194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7" name="Line 1152">
                <a:extLst>
                  <a:ext uri="{FF2B5EF4-FFF2-40B4-BE49-F238E27FC236}">
                    <a16:creationId xmlns:a16="http://schemas.microsoft.com/office/drawing/2014/main" id="{976537B4-362A-5AC8-D786-79C9FB49DB7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61" name="Group 1153">
            <a:extLst>
              <a:ext uri="{FF2B5EF4-FFF2-40B4-BE49-F238E27FC236}">
                <a16:creationId xmlns:a16="http://schemas.microsoft.com/office/drawing/2014/main" id="{1BF64EBF-C6B2-D146-7A58-79035B58201E}"/>
              </a:ext>
            </a:extLst>
          </p:cNvPr>
          <p:cNvGrpSpPr>
            <a:grpSpLocks/>
          </p:cNvGrpSpPr>
          <p:nvPr/>
        </p:nvGrpSpPr>
        <p:grpSpPr bwMode="auto">
          <a:xfrm>
            <a:off x="9817735" y="2079308"/>
            <a:ext cx="571500" cy="285750"/>
            <a:chOff x="3600" y="219"/>
            <a:chExt cx="360" cy="175"/>
          </a:xfrm>
        </p:grpSpPr>
        <p:sp>
          <p:nvSpPr>
            <p:cNvPr id="362" name="Oval 1154">
              <a:extLst>
                <a:ext uri="{FF2B5EF4-FFF2-40B4-BE49-F238E27FC236}">
                  <a16:creationId xmlns:a16="http://schemas.microsoft.com/office/drawing/2014/main" id="{6BB4E13E-3478-6D8F-F518-0600073BDC1E}"/>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63" name="Line 1155">
              <a:extLst>
                <a:ext uri="{FF2B5EF4-FFF2-40B4-BE49-F238E27FC236}">
                  <a16:creationId xmlns:a16="http://schemas.microsoft.com/office/drawing/2014/main" id="{2E3E5FED-7D6C-BA43-2C44-5C9446A1D02B}"/>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4" name="Line 1156">
              <a:extLst>
                <a:ext uri="{FF2B5EF4-FFF2-40B4-BE49-F238E27FC236}">
                  <a16:creationId xmlns:a16="http://schemas.microsoft.com/office/drawing/2014/main" id="{0072A80E-7994-47A9-0F02-00A4D1D274EF}"/>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5" name="Rectangle 1157">
              <a:extLst>
                <a:ext uri="{FF2B5EF4-FFF2-40B4-BE49-F238E27FC236}">
                  <a16:creationId xmlns:a16="http://schemas.microsoft.com/office/drawing/2014/main" id="{15B8429E-D732-A90E-8CC0-A653AFFD5634}"/>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366" name="Oval 1158">
              <a:extLst>
                <a:ext uri="{FF2B5EF4-FFF2-40B4-BE49-F238E27FC236}">
                  <a16:creationId xmlns:a16="http://schemas.microsoft.com/office/drawing/2014/main" id="{E5F005CA-15AF-31BC-59E8-080E9894F9D3}"/>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367" name="Group 1159">
              <a:extLst>
                <a:ext uri="{FF2B5EF4-FFF2-40B4-BE49-F238E27FC236}">
                  <a16:creationId xmlns:a16="http://schemas.microsoft.com/office/drawing/2014/main" id="{DF2DAC72-AC5B-EF78-961D-F83FDB18987E}"/>
                </a:ext>
              </a:extLst>
            </p:cNvPr>
            <p:cNvGrpSpPr>
              <a:grpSpLocks/>
            </p:cNvGrpSpPr>
            <p:nvPr/>
          </p:nvGrpSpPr>
          <p:grpSpPr bwMode="auto">
            <a:xfrm>
              <a:off x="3686" y="244"/>
              <a:ext cx="177" cy="66"/>
              <a:chOff x="2848" y="848"/>
              <a:chExt cx="140" cy="98"/>
            </a:xfrm>
          </p:grpSpPr>
          <p:sp>
            <p:nvSpPr>
              <p:cNvPr id="372" name="Line 1160">
                <a:extLst>
                  <a:ext uri="{FF2B5EF4-FFF2-40B4-BE49-F238E27FC236}">
                    <a16:creationId xmlns:a16="http://schemas.microsoft.com/office/drawing/2014/main" id="{D8E3583E-054C-FB97-AC50-19B12086949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3" name="Line 1161">
                <a:extLst>
                  <a:ext uri="{FF2B5EF4-FFF2-40B4-BE49-F238E27FC236}">
                    <a16:creationId xmlns:a16="http://schemas.microsoft.com/office/drawing/2014/main" id="{EBC91825-EA3E-B300-A8A2-169BE50F257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4" name="Line 1162">
                <a:extLst>
                  <a:ext uri="{FF2B5EF4-FFF2-40B4-BE49-F238E27FC236}">
                    <a16:creationId xmlns:a16="http://schemas.microsoft.com/office/drawing/2014/main" id="{239C7C69-DC18-4296-6C39-638CB22F1B7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68" name="Group 1163">
              <a:extLst>
                <a:ext uri="{FF2B5EF4-FFF2-40B4-BE49-F238E27FC236}">
                  <a16:creationId xmlns:a16="http://schemas.microsoft.com/office/drawing/2014/main" id="{C6BEED42-5F35-BF8C-1AC7-F9C75BC8390B}"/>
                </a:ext>
              </a:extLst>
            </p:cNvPr>
            <p:cNvGrpSpPr>
              <a:grpSpLocks/>
            </p:cNvGrpSpPr>
            <p:nvPr/>
          </p:nvGrpSpPr>
          <p:grpSpPr bwMode="auto">
            <a:xfrm flipV="1">
              <a:off x="3686" y="243"/>
              <a:ext cx="177" cy="66"/>
              <a:chOff x="2848" y="848"/>
              <a:chExt cx="140" cy="98"/>
            </a:xfrm>
          </p:grpSpPr>
          <p:sp>
            <p:nvSpPr>
              <p:cNvPr id="369" name="Line 1164">
                <a:extLst>
                  <a:ext uri="{FF2B5EF4-FFF2-40B4-BE49-F238E27FC236}">
                    <a16:creationId xmlns:a16="http://schemas.microsoft.com/office/drawing/2014/main" id="{0EB440C7-1696-5169-9528-31C956C3DC2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0" name="Line 1165">
                <a:extLst>
                  <a:ext uri="{FF2B5EF4-FFF2-40B4-BE49-F238E27FC236}">
                    <a16:creationId xmlns:a16="http://schemas.microsoft.com/office/drawing/2014/main" id="{6F37F967-22CF-0789-2EC2-A5D11DD5B01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1" name="Line 1166">
                <a:extLst>
                  <a:ext uri="{FF2B5EF4-FFF2-40B4-BE49-F238E27FC236}">
                    <a16:creationId xmlns:a16="http://schemas.microsoft.com/office/drawing/2014/main" id="{B5CFEF7C-08D0-5E48-C4F5-B126BFAF81D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75" name="Group 1167">
            <a:extLst>
              <a:ext uri="{FF2B5EF4-FFF2-40B4-BE49-F238E27FC236}">
                <a16:creationId xmlns:a16="http://schemas.microsoft.com/office/drawing/2014/main" id="{0E9A411A-D9E8-4B64-F1B3-A0BB23187621}"/>
              </a:ext>
            </a:extLst>
          </p:cNvPr>
          <p:cNvGrpSpPr>
            <a:grpSpLocks/>
          </p:cNvGrpSpPr>
          <p:nvPr/>
        </p:nvGrpSpPr>
        <p:grpSpPr bwMode="auto">
          <a:xfrm>
            <a:off x="9838373" y="2884170"/>
            <a:ext cx="569912" cy="285750"/>
            <a:chOff x="3600" y="219"/>
            <a:chExt cx="360" cy="175"/>
          </a:xfrm>
        </p:grpSpPr>
        <p:sp>
          <p:nvSpPr>
            <p:cNvPr id="376" name="Oval 1168">
              <a:extLst>
                <a:ext uri="{FF2B5EF4-FFF2-40B4-BE49-F238E27FC236}">
                  <a16:creationId xmlns:a16="http://schemas.microsoft.com/office/drawing/2014/main" id="{275A5019-6CB3-A9C0-9F92-3CB66626BA20}"/>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77" name="Line 1169">
              <a:extLst>
                <a:ext uri="{FF2B5EF4-FFF2-40B4-BE49-F238E27FC236}">
                  <a16:creationId xmlns:a16="http://schemas.microsoft.com/office/drawing/2014/main" id="{CF97E727-0635-FA93-01F3-4646F2496A8C}"/>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 name="Line 1170">
              <a:extLst>
                <a:ext uri="{FF2B5EF4-FFF2-40B4-BE49-F238E27FC236}">
                  <a16:creationId xmlns:a16="http://schemas.microsoft.com/office/drawing/2014/main" id="{B2B7C379-48E7-519D-6B6D-95BACA58E12A}"/>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 name="Rectangle 1171">
              <a:extLst>
                <a:ext uri="{FF2B5EF4-FFF2-40B4-BE49-F238E27FC236}">
                  <a16:creationId xmlns:a16="http://schemas.microsoft.com/office/drawing/2014/main" id="{8B795F39-6039-3252-34A1-1DA87511D27F}"/>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380" name="Oval 1172">
              <a:extLst>
                <a:ext uri="{FF2B5EF4-FFF2-40B4-BE49-F238E27FC236}">
                  <a16:creationId xmlns:a16="http://schemas.microsoft.com/office/drawing/2014/main" id="{7C7A23F4-57DD-D260-F14B-0C3AB1246E7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381" name="Group 1173">
              <a:extLst>
                <a:ext uri="{FF2B5EF4-FFF2-40B4-BE49-F238E27FC236}">
                  <a16:creationId xmlns:a16="http://schemas.microsoft.com/office/drawing/2014/main" id="{0BD01380-1A95-4227-6F3B-2D77FFB286F8}"/>
                </a:ext>
              </a:extLst>
            </p:cNvPr>
            <p:cNvGrpSpPr>
              <a:grpSpLocks/>
            </p:cNvGrpSpPr>
            <p:nvPr/>
          </p:nvGrpSpPr>
          <p:grpSpPr bwMode="auto">
            <a:xfrm>
              <a:off x="3686" y="244"/>
              <a:ext cx="177" cy="66"/>
              <a:chOff x="2848" y="848"/>
              <a:chExt cx="140" cy="98"/>
            </a:xfrm>
          </p:grpSpPr>
          <p:sp>
            <p:nvSpPr>
              <p:cNvPr id="386" name="Line 1174">
                <a:extLst>
                  <a:ext uri="{FF2B5EF4-FFF2-40B4-BE49-F238E27FC236}">
                    <a16:creationId xmlns:a16="http://schemas.microsoft.com/office/drawing/2014/main" id="{B342A341-AE9D-31C2-D194-C397C8E5769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7" name="Line 1175">
                <a:extLst>
                  <a:ext uri="{FF2B5EF4-FFF2-40B4-BE49-F238E27FC236}">
                    <a16:creationId xmlns:a16="http://schemas.microsoft.com/office/drawing/2014/main" id="{E5024A91-9220-D2CF-57D2-FF238CA6DA7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8" name="Line 1176">
                <a:extLst>
                  <a:ext uri="{FF2B5EF4-FFF2-40B4-BE49-F238E27FC236}">
                    <a16:creationId xmlns:a16="http://schemas.microsoft.com/office/drawing/2014/main" id="{D122D154-9736-7054-B538-87437820940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82" name="Group 1177">
              <a:extLst>
                <a:ext uri="{FF2B5EF4-FFF2-40B4-BE49-F238E27FC236}">
                  <a16:creationId xmlns:a16="http://schemas.microsoft.com/office/drawing/2014/main" id="{B674A95E-EB2B-47C5-ECD6-0455EDAC8F7C}"/>
                </a:ext>
              </a:extLst>
            </p:cNvPr>
            <p:cNvGrpSpPr>
              <a:grpSpLocks/>
            </p:cNvGrpSpPr>
            <p:nvPr/>
          </p:nvGrpSpPr>
          <p:grpSpPr bwMode="auto">
            <a:xfrm flipV="1">
              <a:off x="3686" y="243"/>
              <a:ext cx="177" cy="66"/>
              <a:chOff x="2848" y="848"/>
              <a:chExt cx="140" cy="98"/>
            </a:xfrm>
          </p:grpSpPr>
          <p:sp>
            <p:nvSpPr>
              <p:cNvPr id="383" name="Line 1178">
                <a:extLst>
                  <a:ext uri="{FF2B5EF4-FFF2-40B4-BE49-F238E27FC236}">
                    <a16:creationId xmlns:a16="http://schemas.microsoft.com/office/drawing/2014/main" id="{1D2572A6-8F5B-C970-B724-DA93E80599D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4" name="Line 1179">
                <a:extLst>
                  <a:ext uri="{FF2B5EF4-FFF2-40B4-BE49-F238E27FC236}">
                    <a16:creationId xmlns:a16="http://schemas.microsoft.com/office/drawing/2014/main" id="{57549235-8110-0ECB-F5C1-56CCB40813C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5" name="Line 1180">
                <a:extLst>
                  <a:ext uri="{FF2B5EF4-FFF2-40B4-BE49-F238E27FC236}">
                    <a16:creationId xmlns:a16="http://schemas.microsoft.com/office/drawing/2014/main" id="{9A0AF96E-BCBA-1EEE-4D59-B84CC6D2DF1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89" name="Group 1181">
            <a:extLst>
              <a:ext uri="{FF2B5EF4-FFF2-40B4-BE49-F238E27FC236}">
                <a16:creationId xmlns:a16="http://schemas.microsoft.com/office/drawing/2014/main" id="{5C036F04-8C08-3E89-D49D-093E88AA3DB9}"/>
              </a:ext>
            </a:extLst>
          </p:cNvPr>
          <p:cNvGrpSpPr>
            <a:grpSpLocks/>
          </p:cNvGrpSpPr>
          <p:nvPr/>
        </p:nvGrpSpPr>
        <p:grpSpPr bwMode="auto">
          <a:xfrm>
            <a:off x="10941685" y="2334895"/>
            <a:ext cx="568325" cy="284163"/>
            <a:chOff x="3600" y="219"/>
            <a:chExt cx="360" cy="175"/>
          </a:xfrm>
        </p:grpSpPr>
        <p:sp>
          <p:nvSpPr>
            <p:cNvPr id="390" name="Oval 1182">
              <a:extLst>
                <a:ext uri="{FF2B5EF4-FFF2-40B4-BE49-F238E27FC236}">
                  <a16:creationId xmlns:a16="http://schemas.microsoft.com/office/drawing/2014/main" id="{33325D05-2AFE-0C1A-03EB-1F270249B9C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91" name="Line 1183">
              <a:extLst>
                <a:ext uri="{FF2B5EF4-FFF2-40B4-BE49-F238E27FC236}">
                  <a16:creationId xmlns:a16="http://schemas.microsoft.com/office/drawing/2014/main" id="{D436E790-8D46-742E-C015-9C9DAD4687FC}"/>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2" name="Line 1184">
              <a:extLst>
                <a:ext uri="{FF2B5EF4-FFF2-40B4-BE49-F238E27FC236}">
                  <a16:creationId xmlns:a16="http://schemas.microsoft.com/office/drawing/2014/main" id="{383B8FA6-BB29-597C-0572-EE9FD9D97895}"/>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3" name="Rectangle 1185">
              <a:extLst>
                <a:ext uri="{FF2B5EF4-FFF2-40B4-BE49-F238E27FC236}">
                  <a16:creationId xmlns:a16="http://schemas.microsoft.com/office/drawing/2014/main" id="{C78CD620-2687-1189-D21A-636035E8EA19}"/>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394" name="Oval 1186">
              <a:extLst>
                <a:ext uri="{FF2B5EF4-FFF2-40B4-BE49-F238E27FC236}">
                  <a16:creationId xmlns:a16="http://schemas.microsoft.com/office/drawing/2014/main" id="{2ECBE500-1644-14C1-49BD-7BCA14E5B762}"/>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395" name="Group 1187">
              <a:extLst>
                <a:ext uri="{FF2B5EF4-FFF2-40B4-BE49-F238E27FC236}">
                  <a16:creationId xmlns:a16="http://schemas.microsoft.com/office/drawing/2014/main" id="{7748A80A-0C31-DF6A-8F53-9D823F5DE1F3}"/>
                </a:ext>
              </a:extLst>
            </p:cNvPr>
            <p:cNvGrpSpPr>
              <a:grpSpLocks/>
            </p:cNvGrpSpPr>
            <p:nvPr/>
          </p:nvGrpSpPr>
          <p:grpSpPr bwMode="auto">
            <a:xfrm>
              <a:off x="3686" y="244"/>
              <a:ext cx="177" cy="66"/>
              <a:chOff x="2848" y="848"/>
              <a:chExt cx="140" cy="98"/>
            </a:xfrm>
          </p:grpSpPr>
          <p:sp>
            <p:nvSpPr>
              <p:cNvPr id="400" name="Line 1188">
                <a:extLst>
                  <a:ext uri="{FF2B5EF4-FFF2-40B4-BE49-F238E27FC236}">
                    <a16:creationId xmlns:a16="http://schemas.microsoft.com/office/drawing/2014/main" id="{44C0CD49-B83D-7FF8-68F5-A94975A8DE9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1" name="Line 1189">
                <a:extLst>
                  <a:ext uri="{FF2B5EF4-FFF2-40B4-BE49-F238E27FC236}">
                    <a16:creationId xmlns:a16="http://schemas.microsoft.com/office/drawing/2014/main" id="{1E0A01C1-F90C-18D0-9818-98E8DB44F15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2" name="Line 1190">
                <a:extLst>
                  <a:ext uri="{FF2B5EF4-FFF2-40B4-BE49-F238E27FC236}">
                    <a16:creationId xmlns:a16="http://schemas.microsoft.com/office/drawing/2014/main" id="{B4348F18-4284-48CA-83F0-C02CF5347DB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96" name="Group 1191">
              <a:extLst>
                <a:ext uri="{FF2B5EF4-FFF2-40B4-BE49-F238E27FC236}">
                  <a16:creationId xmlns:a16="http://schemas.microsoft.com/office/drawing/2014/main" id="{BDFE58C8-E55A-6A5F-D1F4-DBFF48D85FFA}"/>
                </a:ext>
              </a:extLst>
            </p:cNvPr>
            <p:cNvGrpSpPr>
              <a:grpSpLocks/>
            </p:cNvGrpSpPr>
            <p:nvPr/>
          </p:nvGrpSpPr>
          <p:grpSpPr bwMode="auto">
            <a:xfrm flipV="1">
              <a:off x="3686" y="243"/>
              <a:ext cx="177" cy="66"/>
              <a:chOff x="2848" y="848"/>
              <a:chExt cx="140" cy="98"/>
            </a:xfrm>
          </p:grpSpPr>
          <p:sp>
            <p:nvSpPr>
              <p:cNvPr id="397" name="Line 1192">
                <a:extLst>
                  <a:ext uri="{FF2B5EF4-FFF2-40B4-BE49-F238E27FC236}">
                    <a16:creationId xmlns:a16="http://schemas.microsoft.com/office/drawing/2014/main" id="{3E10D36F-41ED-6A33-07F6-8F2A96F76D3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8" name="Line 1193">
                <a:extLst>
                  <a:ext uri="{FF2B5EF4-FFF2-40B4-BE49-F238E27FC236}">
                    <a16:creationId xmlns:a16="http://schemas.microsoft.com/office/drawing/2014/main" id="{040EC951-279F-AB1D-72DA-D5D4434C85F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 name="Line 1194">
                <a:extLst>
                  <a:ext uri="{FF2B5EF4-FFF2-40B4-BE49-F238E27FC236}">
                    <a16:creationId xmlns:a16="http://schemas.microsoft.com/office/drawing/2014/main" id="{0C6D3529-4D0A-9CE2-40EA-C5DC7DB31D0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403" name="Group 1195">
            <a:extLst>
              <a:ext uri="{FF2B5EF4-FFF2-40B4-BE49-F238E27FC236}">
                <a16:creationId xmlns:a16="http://schemas.microsoft.com/office/drawing/2014/main" id="{52250A41-5822-B545-0066-A3214FEC1A26}"/>
              </a:ext>
            </a:extLst>
          </p:cNvPr>
          <p:cNvGrpSpPr>
            <a:grpSpLocks/>
          </p:cNvGrpSpPr>
          <p:nvPr/>
        </p:nvGrpSpPr>
        <p:grpSpPr bwMode="auto">
          <a:xfrm>
            <a:off x="10721023" y="3431858"/>
            <a:ext cx="569912" cy="284162"/>
            <a:chOff x="3600" y="219"/>
            <a:chExt cx="360" cy="175"/>
          </a:xfrm>
        </p:grpSpPr>
        <p:sp>
          <p:nvSpPr>
            <p:cNvPr id="404" name="Oval 1196">
              <a:extLst>
                <a:ext uri="{FF2B5EF4-FFF2-40B4-BE49-F238E27FC236}">
                  <a16:creationId xmlns:a16="http://schemas.microsoft.com/office/drawing/2014/main" id="{429E9703-BF5C-AD71-5F21-5F8E4FF91BB3}"/>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05" name="Line 1197">
              <a:extLst>
                <a:ext uri="{FF2B5EF4-FFF2-40B4-BE49-F238E27FC236}">
                  <a16:creationId xmlns:a16="http://schemas.microsoft.com/office/drawing/2014/main" id="{E97CAAC4-F1B9-BF2C-9FA5-0F5300A30D7D}"/>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6" name="Line 1198">
              <a:extLst>
                <a:ext uri="{FF2B5EF4-FFF2-40B4-BE49-F238E27FC236}">
                  <a16:creationId xmlns:a16="http://schemas.microsoft.com/office/drawing/2014/main" id="{300EB8FE-05B4-92D5-E61D-E7DB3975186C}"/>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7" name="Rectangle 1199">
              <a:extLst>
                <a:ext uri="{FF2B5EF4-FFF2-40B4-BE49-F238E27FC236}">
                  <a16:creationId xmlns:a16="http://schemas.microsoft.com/office/drawing/2014/main" id="{FAAFC181-1F49-1713-03D1-5E964AD8A31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408" name="Oval 1200">
              <a:extLst>
                <a:ext uri="{FF2B5EF4-FFF2-40B4-BE49-F238E27FC236}">
                  <a16:creationId xmlns:a16="http://schemas.microsoft.com/office/drawing/2014/main" id="{F40FC346-0B72-8323-39BD-44BB64A52E2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409" name="Group 1201">
              <a:extLst>
                <a:ext uri="{FF2B5EF4-FFF2-40B4-BE49-F238E27FC236}">
                  <a16:creationId xmlns:a16="http://schemas.microsoft.com/office/drawing/2014/main" id="{E9945ECE-2C81-612B-090F-CA947D47228C}"/>
                </a:ext>
              </a:extLst>
            </p:cNvPr>
            <p:cNvGrpSpPr>
              <a:grpSpLocks/>
            </p:cNvGrpSpPr>
            <p:nvPr/>
          </p:nvGrpSpPr>
          <p:grpSpPr bwMode="auto">
            <a:xfrm>
              <a:off x="3686" y="244"/>
              <a:ext cx="177" cy="66"/>
              <a:chOff x="2848" y="848"/>
              <a:chExt cx="140" cy="98"/>
            </a:xfrm>
          </p:grpSpPr>
          <p:sp>
            <p:nvSpPr>
              <p:cNvPr id="414" name="Line 1202">
                <a:extLst>
                  <a:ext uri="{FF2B5EF4-FFF2-40B4-BE49-F238E27FC236}">
                    <a16:creationId xmlns:a16="http://schemas.microsoft.com/office/drawing/2014/main" id="{F6F03346-2B29-694F-41F2-2DBB9281602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5" name="Line 1203">
                <a:extLst>
                  <a:ext uri="{FF2B5EF4-FFF2-40B4-BE49-F238E27FC236}">
                    <a16:creationId xmlns:a16="http://schemas.microsoft.com/office/drawing/2014/main" id="{943DB083-3527-E184-55EC-F5F4FAF5239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6" name="Line 1204">
                <a:extLst>
                  <a:ext uri="{FF2B5EF4-FFF2-40B4-BE49-F238E27FC236}">
                    <a16:creationId xmlns:a16="http://schemas.microsoft.com/office/drawing/2014/main" id="{65BC011B-918A-F487-7C7E-48A4833F605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10" name="Group 1205">
              <a:extLst>
                <a:ext uri="{FF2B5EF4-FFF2-40B4-BE49-F238E27FC236}">
                  <a16:creationId xmlns:a16="http://schemas.microsoft.com/office/drawing/2014/main" id="{B424DF08-6D88-0DA2-F013-539D8407FEE5}"/>
                </a:ext>
              </a:extLst>
            </p:cNvPr>
            <p:cNvGrpSpPr>
              <a:grpSpLocks/>
            </p:cNvGrpSpPr>
            <p:nvPr/>
          </p:nvGrpSpPr>
          <p:grpSpPr bwMode="auto">
            <a:xfrm flipV="1">
              <a:off x="3686" y="243"/>
              <a:ext cx="177" cy="66"/>
              <a:chOff x="2848" y="848"/>
              <a:chExt cx="140" cy="98"/>
            </a:xfrm>
          </p:grpSpPr>
          <p:sp>
            <p:nvSpPr>
              <p:cNvPr id="411" name="Line 1206">
                <a:extLst>
                  <a:ext uri="{FF2B5EF4-FFF2-40B4-BE49-F238E27FC236}">
                    <a16:creationId xmlns:a16="http://schemas.microsoft.com/office/drawing/2014/main" id="{90553B06-C55B-ADE2-C7F3-05B3915769C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2" name="Line 1207">
                <a:extLst>
                  <a:ext uri="{FF2B5EF4-FFF2-40B4-BE49-F238E27FC236}">
                    <a16:creationId xmlns:a16="http://schemas.microsoft.com/office/drawing/2014/main" id="{0763B3FD-253F-A289-2781-94288E748B4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3" name="Line 1208">
                <a:extLst>
                  <a:ext uri="{FF2B5EF4-FFF2-40B4-BE49-F238E27FC236}">
                    <a16:creationId xmlns:a16="http://schemas.microsoft.com/office/drawing/2014/main" id="{215150F2-A96E-9CA7-7897-4A7E73E046B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417" name="Group 1209">
            <a:extLst>
              <a:ext uri="{FF2B5EF4-FFF2-40B4-BE49-F238E27FC236}">
                <a16:creationId xmlns:a16="http://schemas.microsoft.com/office/drawing/2014/main" id="{129889CB-52CA-B597-DD65-E3B1F727DAE1}"/>
              </a:ext>
            </a:extLst>
          </p:cNvPr>
          <p:cNvGrpSpPr>
            <a:grpSpLocks/>
          </p:cNvGrpSpPr>
          <p:nvPr/>
        </p:nvGrpSpPr>
        <p:grpSpPr bwMode="auto">
          <a:xfrm>
            <a:off x="10341610" y="4146233"/>
            <a:ext cx="569913" cy="287337"/>
            <a:chOff x="3600" y="219"/>
            <a:chExt cx="360" cy="175"/>
          </a:xfrm>
        </p:grpSpPr>
        <p:sp>
          <p:nvSpPr>
            <p:cNvPr id="418" name="Oval 1210">
              <a:extLst>
                <a:ext uri="{FF2B5EF4-FFF2-40B4-BE49-F238E27FC236}">
                  <a16:creationId xmlns:a16="http://schemas.microsoft.com/office/drawing/2014/main" id="{51943D66-8FD8-4F6B-3739-929A158D7ACC}"/>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19" name="Line 1211">
              <a:extLst>
                <a:ext uri="{FF2B5EF4-FFF2-40B4-BE49-F238E27FC236}">
                  <a16:creationId xmlns:a16="http://schemas.microsoft.com/office/drawing/2014/main" id="{DFD392AE-54DA-6A51-CE01-8049A6AF5C4C}"/>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 name="Line 1212">
              <a:extLst>
                <a:ext uri="{FF2B5EF4-FFF2-40B4-BE49-F238E27FC236}">
                  <a16:creationId xmlns:a16="http://schemas.microsoft.com/office/drawing/2014/main" id="{E8A6C8B1-326F-587D-AF72-3B6273E8636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1" name="Rectangle 1213">
              <a:extLst>
                <a:ext uri="{FF2B5EF4-FFF2-40B4-BE49-F238E27FC236}">
                  <a16:creationId xmlns:a16="http://schemas.microsoft.com/office/drawing/2014/main" id="{22876814-69F6-95B0-BBD5-648527CB5484}"/>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422" name="Oval 1214">
              <a:extLst>
                <a:ext uri="{FF2B5EF4-FFF2-40B4-BE49-F238E27FC236}">
                  <a16:creationId xmlns:a16="http://schemas.microsoft.com/office/drawing/2014/main" id="{92F3AF87-81E0-4528-A8A0-0A0CCAD24CCA}"/>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423" name="Group 1215">
              <a:extLst>
                <a:ext uri="{FF2B5EF4-FFF2-40B4-BE49-F238E27FC236}">
                  <a16:creationId xmlns:a16="http://schemas.microsoft.com/office/drawing/2014/main" id="{936D3D7D-59A8-C9C1-CCAE-57E9096CA468}"/>
                </a:ext>
              </a:extLst>
            </p:cNvPr>
            <p:cNvGrpSpPr>
              <a:grpSpLocks/>
            </p:cNvGrpSpPr>
            <p:nvPr/>
          </p:nvGrpSpPr>
          <p:grpSpPr bwMode="auto">
            <a:xfrm>
              <a:off x="3686" y="244"/>
              <a:ext cx="177" cy="66"/>
              <a:chOff x="2848" y="848"/>
              <a:chExt cx="140" cy="98"/>
            </a:xfrm>
          </p:grpSpPr>
          <p:sp>
            <p:nvSpPr>
              <p:cNvPr id="428" name="Line 1216">
                <a:extLst>
                  <a:ext uri="{FF2B5EF4-FFF2-40B4-BE49-F238E27FC236}">
                    <a16:creationId xmlns:a16="http://schemas.microsoft.com/office/drawing/2014/main" id="{10ADF364-EAE0-E0F2-7887-5D10ECEBE5B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9" name="Line 1217">
                <a:extLst>
                  <a:ext uri="{FF2B5EF4-FFF2-40B4-BE49-F238E27FC236}">
                    <a16:creationId xmlns:a16="http://schemas.microsoft.com/office/drawing/2014/main" id="{3174D6D5-893D-2E63-AE48-A436273E2B1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 name="Line 1218">
                <a:extLst>
                  <a:ext uri="{FF2B5EF4-FFF2-40B4-BE49-F238E27FC236}">
                    <a16:creationId xmlns:a16="http://schemas.microsoft.com/office/drawing/2014/main" id="{AC2F75E8-ED9C-5DEC-6BD8-607A6B0BB8B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24" name="Group 1219">
              <a:extLst>
                <a:ext uri="{FF2B5EF4-FFF2-40B4-BE49-F238E27FC236}">
                  <a16:creationId xmlns:a16="http://schemas.microsoft.com/office/drawing/2014/main" id="{EADA9F0C-E7B7-7C64-92C8-8ACD4A5F322D}"/>
                </a:ext>
              </a:extLst>
            </p:cNvPr>
            <p:cNvGrpSpPr>
              <a:grpSpLocks/>
            </p:cNvGrpSpPr>
            <p:nvPr/>
          </p:nvGrpSpPr>
          <p:grpSpPr bwMode="auto">
            <a:xfrm flipV="1">
              <a:off x="3686" y="243"/>
              <a:ext cx="177" cy="66"/>
              <a:chOff x="2848" y="848"/>
              <a:chExt cx="140" cy="98"/>
            </a:xfrm>
          </p:grpSpPr>
          <p:sp>
            <p:nvSpPr>
              <p:cNvPr id="425" name="Line 1220">
                <a:extLst>
                  <a:ext uri="{FF2B5EF4-FFF2-40B4-BE49-F238E27FC236}">
                    <a16:creationId xmlns:a16="http://schemas.microsoft.com/office/drawing/2014/main" id="{49C72C6A-82C5-77EC-424A-9112459729D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6" name="Line 1221">
                <a:extLst>
                  <a:ext uri="{FF2B5EF4-FFF2-40B4-BE49-F238E27FC236}">
                    <a16:creationId xmlns:a16="http://schemas.microsoft.com/office/drawing/2014/main" id="{0B5F99B2-7747-A2B3-A46D-0C2A32898BE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7" name="Line 1222">
                <a:extLst>
                  <a:ext uri="{FF2B5EF4-FFF2-40B4-BE49-F238E27FC236}">
                    <a16:creationId xmlns:a16="http://schemas.microsoft.com/office/drawing/2014/main" id="{A615A1A0-1E29-5A0A-AF8E-333DE2B82AB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431" name="Group 1223">
            <a:extLst>
              <a:ext uri="{FF2B5EF4-FFF2-40B4-BE49-F238E27FC236}">
                <a16:creationId xmlns:a16="http://schemas.microsoft.com/office/drawing/2014/main" id="{E8CE78E7-1B21-38D0-772F-72CB8DA5F2AE}"/>
              </a:ext>
            </a:extLst>
          </p:cNvPr>
          <p:cNvGrpSpPr>
            <a:grpSpLocks/>
          </p:cNvGrpSpPr>
          <p:nvPr/>
        </p:nvGrpSpPr>
        <p:grpSpPr bwMode="auto">
          <a:xfrm>
            <a:off x="9647873" y="4744720"/>
            <a:ext cx="569912" cy="284163"/>
            <a:chOff x="3600" y="219"/>
            <a:chExt cx="360" cy="175"/>
          </a:xfrm>
        </p:grpSpPr>
        <p:sp>
          <p:nvSpPr>
            <p:cNvPr id="432" name="Oval 1224">
              <a:extLst>
                <a:ext uri="{FF2B5EF4-FFF2-40B4-BE49-F238E27FC236}">
                  <a16:creationId xmlns:a16="http://schemas.microsoft.com/office/drawing/2014/main" id="{282F226F-CD08-51B2-1573-AE9A9FAED969}"/>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33" name="Line 1225">
              <a:extLst>
                <a:ext uri="{FF2B5EF4-FFF2-40B4-BE49-F238E27FC236}">
                  <a16:creationId xmlns:a16="http://schemas.microsoft.com/office/drawing/2014/main" id="{05E941FF-4D8B-54F0-9167-579DF4D64B95}"/>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4" name="Line 1226">
              <a:extLst>
                <a:ext uri="{FF2B5EF4-FFF2-40B4-BE49-F238E27FC236}">
                  <a16:creationId xmlns:a16="http://schemas.microsoft.com/office/drawing/2014/main" id="{AF32954F-F924-3402-9993-1B131AA09A37}"/>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5" name="Rectangle 1227">
              <a:extLst>
                <a:ext uri="{FF2B5EF4-FFF2-40B4-BE49-F238E27FC236}">
                  <a16:creationId xmlns:a16="http://schemas.microsoft.com/office/drawing/2014/main" id="{D57EFA66-0FDD-B46A-A72A-7CE491C84BD7}"/>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436" name="Oval 1228">
              <a:extLst>
                <a:ext uri="{FF2B5EF4-FFF2-40B4-BE49-F238E27FC236}">
                  <a16:creationId xmlns:a16="http://schemas.microsoft.com/office/drawing/2014/main" id="{CBE8EA88-C705-0760-5210-61C185ABA53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437" name="Group 1229">
              <a:extLst>
                <a:ext uri="{FF2B5EF4-FFF2-40B4-BE49-F238E27FC236}">
                  <a16:creationId xmlns:a16="http://schemas.microsoft.com/office/drawing/2014/main" id="{41701B33-DDA2-594D-AA52-35CE13756991}"/>
                </a:ext>
              </a:extLst>
            </p:cNvPr>
            <p:cNvGrpSpPr>
              <a:grpSpLocks/>
            </p:cNvGrpSpPr>
            <p:nvPr/>
          </p:nvGrpSpPr>
          <p:grpSpPr bwMode="auto">
            <a:xfrm>
              <a:off x="3686" y="244"/>
              <a:ext cx="177" cy="66"/>
              <a:chOff x="2848" y="848"/>
              <a:chExt cx="140" cy="98"/>
            </a:xfrm>
          </p:grpSpPr>
          <p:sp>
            <p:nvSpPr>
              <p:cNvPr id="442" name="Line 1230">
                <a:extLst>
                  <a:ext uri="{FF2B5EF4-FFF2-40B4-BE49-F238E27FC236}">
                    <a16:creationId xmlns:a16="http://schemas.microsoft.com/office/drawing/2014/main" id="{86B2C625-167E-CDE8-5ADD-1F34E5C1AD5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3" name="Line 1231">
                <a:extLst>
                  <a:ext uri="{FF2B5EF4-FFF2-40B4-BE49-F238E27FC236}">
                    <a16:creationId xmlns:a16="http://schemas.microsoft.com/office/drawing/2014/main" id="{BB9E41FB-C13E-35F8-BB49-E57AAE88116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4" name="Line 1232">
                <a:extLst>
                  <a:ext uri="{FF2B5EF4-FFF2-40B4-BE49-F238E27FC236}">
                    <a16:creationId xmlns:a16="http://schemas.microsoft.com/office/drawing/2014/main" id="{1C2FE9BC-565E-7D6D-D904-42FA98B54546}"/>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38" name="Group 1233">
              <a:extLst>
                <a:ext uri="{FF2B5EF4-FFF2-40B4-BE49-F238E27FC236}">
                  <a16:creationId xmlns:a16="http://schemas.microsoft.com/office/drawing/2014/main" id="{2C6D1033-965A-9EEF-F568-40070DA3C5D3}"/>
                </a:ext>
              </a:extLst>
            </p:cNvPr>
            <p:cNvGrpSpPr>
              <a:grpSpLocks/>
            </p:cNvGrpSpPr>
            <p:nvPr/>
          </p:nvGrpSpPr>
          <p:grpSpPr bwMode="auto">
            <a:xfrm flipV="1">
              <a:off x="3686" y="243"/>
              <a:ext cx="177" cy="66"/>
              <a:chOff x="2848" y="848"/>
              <a:chExt cx="140" cy="98"/>
            </a:xfrm>
          </p:grpSpPr>
          <p:sp>
            <p:nvSpPr>
              <p:cNvPr id="439" name="Line 1234">
                <a:extLst>
                  <a:ext uri="{FF2B5EF4-FFF2-40B4-BE49-F238E27FC236}">
                    <a16:creationId xmlns:a16="http://schemas.microsoft.com/office/drawing/2014/main" id="{6008442F-8201-CDF4-C9BE-A1A53112CAE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 name="Line 1235">
                <a:extLst>
                  <a:ext uri="{FF2B5EF4-FFF2-40B4-BE49-F238E27FC236}">
                    <a16:creationId xmlns:a16="http://schemas.microsoft.com/office/drawing/2014/main" id="{90F5EC60-239F-21B5-F9E1-EF9DCDC396D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1" name="Line 1236">
                <a:extLst>
                  <a:ext uri="{FF2B5EF4-FFF2-40B4-BE49-F238E27FC236}">
                    <a16:creationId xmlns:a16="http://schemas.microsoft.com/office/drawing/2014/main" id="{5BB53F2D-004A-C858-C7FF-075A75C4CD1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445" name="Group 1237">
            <a:extLst>
              <a:ext uri="{FF2B5EF4-FFF2-40B4-BE49-F238E27FC236}">
                <a16:creationId xmlns:a16="http://schemas.microsoft.com/office/drawing/2014/main" id="{A0C5C19D-A65F-5BC3-FC74-72FBB21ED48F}"/>
              </a:ext>
            </a:extLst>
          </p:cNvPr>
          <p:cNvGrpSpPr>
            <a:grpSpLocks/>
          </p:cNvGrpSpPr>
          <p:nvPr/>
        </p:nvGrpSpPr>
        <p:grpSpPr bwMode="auto">
          <a:xfrm>
            <a:off x="8735060" y="4284345"/>
            <a:ext cx="569913" cy="284163"/>
            <a:chOff x="3600" y="219"/>
            <a:chExt cx="360" cy="175"/>
          </a:xfrm>
        </p:grpSpPr>
        <p:sp>
          <p:nvSpPr>
            <p:cNvPr id="446" name="Oval 1238">
              <a:extLst>
                <a:ext uri="{FF2B5EF4-FFF2-40B4-BE49-F238E27FC236}">
                  <a16:creationId xmlns:a16="http://schemas.microsoft.com/office/drawing/2014/main" id="{44ABBF5D-A522-0A62-51F0-2B091E304156}"/>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47" name="Line 1239">
              <a:extLst>
                <a:ext uri="{FF2B5EF4-FFF2-40B4-BE49-F238E27FC236}">
                  <a16:creationId xmlns:a16="http://schemas.microsoft.com/office/drawing/2014/main" id="{4706E903-8BA1-5B73-4487-A520E53F627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8" name="Line 1240">
              <a:extLst>
                <a:ext uri="{FF2B5EF4-FFF2-40B4-BE49-F238E27FC236}">
                  <a16:creationId xmlns:a16="http://schemas.microsoft.com/office/drawing/2014/main" id="{C479BA44-BA84-A1D5-B5D0-02C510BECD11}"/>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9" name="Rectangle 1241">
              <a:extLst>
                <a:ext uri="{FF2B5EF4-FFF2-40B4-BE49-F238E27FC236}">
                  <a16:creationId xmlns:a16="http://schemas.microsoft.com/office/drawing/2014/main" id="{045B802E-381C-FEAB-318D-F40DF35D50F1}"/>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450" name="Oval 1242">
              <a:extLst>
                <a:ext uri="{FF2B5EF4-FFF2-40B4-BE49-F238E27FC236}">
                  <a16:creationId xmlns:a16="http://schemas.microsoft.com/office/drawing/2014/main" id="{98FA3AF8-0A21-024F-7989-CFE2816F1E2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451" name="Group 1243">
              <a:extLst>
                <a:ext uri="{FF2B5EF4-FFF2-40B4-BE49-F238E27FC236}">
                  <a16:creationId xmlns:a16="http://schemas.microsoft.com/office/drawing/2014/main" id="{64142AD8-0043-3BE8-B98E-5E98CE7301B2}"/>
                </a:ext>
              </a:extLst>
            </p:cNvPr>
            <p:cNvGrpSpPr>
              <a:grpSpLocks/>
            </p:cNvGrpSpPr>
            <p:nvPr/>
          </p:nvGrpSpPr>
          <p:grpSpPr bwMode="auto">
            <a:xfrm>
              <a:off x="3686" y="244"/>
              <a:ext cx="177" cy="66"/>
              <a:chOff x="2848" y="848"/>
              <a:chExt cx="140" cy="98"/>
            </a:xfrm>
          </p:grpSpPr>
          <p:sp>
            <p:nvSpPr>
              <p:cNvPr id="456" name="Line 1244">
                <a:extLst>
                  <a:ext uri="{FF2B5EF4-FFF2-40B4-BE49-F238E27FC236}">
                    <a16:creationId xmlns:a16="http://schemas.microsoft.com/office/drawing/2014/main" id="{48702905-4738-0AC4-C228-8BD25914B60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7" name="Line 1245">
                <a:extLst>
                  <a:ext uri="{FF2B5EF4-FFF2-40B4-BE49-F238E27FC236}">
                    <a16:creationId xmlns:a16="http://schemas.microsoft.com/office/drawing/2014/main" id="{EA6D9479-F699-55A8-FFFE-1D69534615F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8" name="Line 1246">
                <a:extLst>
                  <a:ext uri="{FF2B5EF4-FFF2-40B4-BE49-F238E27FC236}">
                    <a16:creationId xmlns:a16="http://schemas.microsoft.com/office/drawing/2014/main" id="{8E02F9EF-A925-1727-FB6C-9F24F3937DA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52" name="Group 1247">
              <a:extLst>
                <a:ext uri="{FF2B5EF4-FFF2-40B4-BE49-F238E27FC236}">
                  <a16:creationId xmlns:a16="http://schemas.microsoft.com/office/drawing/2014/main" id="{019AC48A-E58E-DE7A-DA1C-05CA2A59DB42}"/>
                </a:ext>
              </a:extLst>
            </p:cNvPr>
            <p:cNvGrpSpPr>
              <a:grpSpLocks/>
            </p:cNvGrpSpPr>
            <p:nvPr/>
          </p:nvGrpSpPr>
          <p:grpSpPr bwMode="auto">
            <a:xfrm flipV="1">
              <a:off x="3686" y="243"/>
              <a:ext cx="177" cy="66"/>
              <a:chOff x="2848" y="848"/>
              <a:chExt cx="140" cy="98"/>
            </a:xfrm>
          </p:grpSpPr>
          <p:sp>
            <p:nvSpPr>
              <p:cNvPr id="453" name="Line 1248">
                <a:extLst>
                  <a:ext uri="{FF2B5EF4-FFF2-40B4-BE49-F238E27FC236}">
                    <a16:creationId xmlns:a16="http://schemas.microsoft.com/office/drawing/2014/main" id="{0E4ABE03-F340-67DB-D558-ECC3D98CCB1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4" name="Line 1249">
                <a:extLst>
                  <a:ext uri="{FF2B5EF4-FFF2-40B4-BE49-F238E27FC236}">
                    <a16:creationId xmlns:a16="http://schemas.microsoft.com/office/drawing/2014/main" id="{77752476-62AF-BB57-C885-B14BBA845D2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5" name="Line 1250">
                <a:extLst>
                  <a:ext uri="{FF2B5EF4-FFF2-40B4-BE49-F238E27FC236}">
                    <a16:creationId xmlns:a16="http://schemas.microsoft.com/office/drawing/2014/main" id="{A8AC8F80-C01B-29DD-264F-0D5FB7B02E1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459" name="Freeform 1251">
            <a:extLst>
              <a:ext uri="{FF2B5EF4-FFF2-40B4-BE49-F238E27FC236}">
                <a16:creationId xmlns:a16="http://schemas.microsoft.com/office/drawing/2014/main" id="{CE1A0FBD-C183-E243-835C-AD9D0C1E6303}"/>
              </a:ext>
            </a:extLst>
          </p:cNvPr>
          <p:cNvSpPr>
            <a:spLocks/>
          </p:cNvSpPr>
          <p:nvPr/>
        </p:nvSpPr>
        <p:spPr bwMode="auto">
          <a:xfrm>
            <a:off x="8061960" y="2093595"/>
            <a:ext cx="3038475" cy="3114675"/>
          </a:xfrm>
          <a:custGeom>
            <a:avLst/>
            <a:gdLst>
              <a:gd name="T0" fmla="*/ 0 w 1914"/>
              <a:gd name="T1" fmla="*/ 0 h 1962"/>
              <a:gd name="T2" fmla="*/ 2147483646 w 1914"/>
              <a:gd name="T3" fmla="*/ 2147483646 h 1962"/>
              <a:gd name="T4" fmla="*/ 2147483646 w 1914"/>
              <a:gd name="T5" fmla="*/ 2147483646 h 1962"/>
              <a:gd name="T6" fmla="*/ 2147483646 w 1914"/>
              <a:gd name="T7" fmla="*/ 2147483646 h 1962"/>
              <a:gd name="T8" fmla="*/ 2147483646 w 1914"/>
              <a:gd name="T9" fmla="*/ 2147483646 h 1962"/>
              <a:gd name="T10" fmla="*/ 2147483646 w 1914"/>
              <a:gd name="T11" fmla="*/ 2147483646 h 1962"/>
              <a:gd name="T12" fmla="*/ 2147483646 w 1914"/>
              <a:gd name="T13" fmla="*/ 2147483646 h 1962"/>
              <a:gd name="T14" fmla="*/ 2147483646 w 1914"/>
              <a:gd name="T15" fmla="*/ 2147483646 h 1962"/>
              <a:gd name="T16" fmla="*/ 2147483646 w 1914"/>
              <a:gd name="T17" fmla="*/ 2147483646 h 1962"/>
              <a:gd name="T18" fmla="*/ 2147483646 w 1914"/>
              <a:gd name="T19" fmla="*/ 2147483646 h 1962"/>
              <a:gd name="T20" fmla="*/ 2147483646 w 1914"/>
              <a:gd name="T21" fmla="*/ 2147483646 h 19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14"/>
              <a:gd name="T34" fmla="*/ 0 h 1962"/>
              <a:gd name="T35" fmla="*/ 1914 w 1914"/>
              <a:gd name="T36" fmla="*/ 1962 h 19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14" h="1962">
                <a:moveTo>
                  <a:pt x="0" y="0"/>
                </a:moveTo>
                <a:lnTo>
                  <a:pt x="258" y="12"/>
                </a:lnTo>
                <a:lnTo>
                  <a:pt x="426" y="198"/>
                </a:lnTo>
                <a:lnTo>
                  <a:pt x="768" y="204"/>
                </a:lnTo>
                <a:lnTo>
                  <a:pt x="1086" y="48"/>
                </a:lnTo>
                <a:lnTo>
                  <a:pt x="1326" y="48"/>
                </a:lnTo>
                <a:lnTo>
                  <a:pt x="1326" y="588"/>
                </a:lnTo>
                <a:lnTo>
                  <a:pt x="1890" y="990"/>
                </a:lnTo>
                <a:lnTo>
                  <a:pt x="1662" y="1320"/>
                </a:lnTo>
                <a:lnTo>
                  <a:pt x="1662" y="1944"/>
                </a:lnTo>
                <a:lnTo>
                  <a:pt x="1914" y="1962"/>
                </a:lnTo>
              </a:path>
            </a:pathLst>
          </a:custGeom>
          <a:noFill/>
          <a:ln w="57150">
            <a:solidFill>
              <a:schemeClr val="accent2"/>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60" name="Freeform 1254">
            <a:extLst>
              <a:ext uri="{FF2B5EF4-FFF2-40B4-BE49-F238E27FC236}">
                <a16:creationId xmlns:a16="http://schemas.microsoft.com/office/drawing/2014/main" id="{73C1DFA0-16D1-AECF-BD79-F669A7D96927}"/>
              </a:ext>
            </a:extLst>
          </p:cNvPr>
          <p:cNvSpPr>
            <a:spLocks/>
          </p:cNvSpPr>
          <p:nvPr/>
        </p:nvSpPr>
        <p:spPr bwMode="auto">
          <a:xfrm>
            <a:off x="8928735" y="2312670"/>
            <a:ext cx="1924050" cy="2990850"/>
          </a:xfrm>
          <a:custGeom>
            <a:avLst/>
            <a:gdLst>
              <a:gd name="T0" fmla="*/ 0 w 1212"/>
              <a:gd name="T1" fmla="*/ 2147483646 h 1884"/>
              <a:gd name="T2" fmla="*/ 0 w 1212"/>
              <a:gd name="T3" fmla="*/ 2147483646 h 1884"/>
              <a:gd name="T4" fmla="*/ 2147483646 w 1212"/>
              <a:gd name="T5" fmla="*/ 2147483646 h 1884"/>
              <a:gd name="T6" fmla="*/ 2147483646 w 1212"/>
              <a:gd name="T7" fmla="*/ 0 h 1884"/>
              <a:gd name="T8" fmla="*/ 2147483646 w 1212"/>
              <a:gd name="T9" fmla="*/ 0 h 1884"/>
              <a:gd name="T10" fmla="*/ 2147483646 w 1212"/>
              <a:gd name="T11" fmla="*/ 2147483646 h 1884"/>
              <a:gd name="T12" fmla="*/ 2147483646 w 1212"/>
              <a:gd name="T13" fmla="*/ 2147483646 h 1884"/>
              <a:gd name="T14" fmla="*/ 2147483646 w 1212"/>
              <a:gd name="T15" fmla="*/ 2147483646 h 1884"/>
              <a:gd name="T16" fmla="*/ 2147483646 w 1212"/>
              <a:gd name="T17" fmla="*/ 2147483646 h 18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12"/>
              <a:gd name="T28" fmla="*/ 0 h 1884"/>
              <a:gd name="T29" fmla="*/ 1212 w 1212"/>
              <a:gd name="T30" fmla="*/ 1884 h 18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12" h="1884">
                <a:moveTo>
                  <a:pt x="0" y="702"/>
                </a:moveTo>
                <a:lnTo>
                  <a:pt x="0" y="228"/>
                </a:lnTo>
                <a:lnTo>
                  <a:pt x="156" y="228"/>
                </a:lnTo>
                <a:lnTo>
                  <a:pt x="612" y="0"/>
                </a:lnTo>
                <a:lnTo>
                  <a:pt x="714" y="0"/>
                </a:lnTo>
                <a:lnTo>
                  <a:pt x="714" y="558"/>
                </a:lnTo>
                <a:lnTo>
                  <a:pt x="1212" y="912"/>
                </a:lnTo>
                <a:lnTo>
                  <a:pt x="720" y="1668"/>
                </a:lnTo>
                <a:lnTo>
                  <a:pt x="720" y="1884"/>
                </a:lnTo>
              </a:path>
            </a:pathLst>
          </a:custGeom>
          <a:noFill/>
          <a:ln w="57150">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61" name="Line 1256">
            <a:extLst>
              <a:ext uri="{FF2B5EF4-FFF2-40B4-BE49-F238E27FC236}">
                <a16:creationId xmlns:a16="http://schemas.microsoft.com/office/drawing/2014/main" id="{D85EA640-0EE2-AF9D-BFC1-C3E189DBB414}"/>
              </a:ext>
            </a:extLst>
          </p:cNvPr>
          <p:cNvSpPr>
            <a:spLocks noChangeShapeType="1"/>
          </p:cNvSpPr>
          <p:nvPr/>
        </p:nvSpPr>
        <p:spPr bwMode="auto">
          <a:xfrm>
            <a:off x="9017635" y="4576445"/>
            <a:ext cx="1588" cy="2524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85782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815C6-C8CE-391F-33B4-3C9CD8DCD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C86827-138A-617C-9BFC-5915A72DFDFE}"/>
              </a:ext>
            </a:extLst>
          </p:cNvPr>
          <p:cNvSpPr>
            <a:spLocks noGrp="1"/>
          </p:cNvSpPr>
          <p:nvPr>
            <p:ph type="title"/>
          </p:nvPr>
        </p:nvSpPr>
        <p:spPr/>
        <p:txBody>
          <a:bodyPr/>
          <a:lstStyle/>
          <a:p>
            <a:r>
              <a:rPr lang="en-US"/>
              <a:t>MÔ HÌNH TRUYỀN THÔNG</a:t>
            </a:r>
          </a:p>
        </p:txBody>
      </p:sp>
      <p:sp>
        <p:nvSpPr>
          <p:cNvPr id="3" name="Content Placeholder 2">
            <a:extLst>
              <a:ext uri="{FF2B5EF4-FFF2-40B4-BE49-F238E27FC236}">
                <a16:creationId xmlns:a16="http://schemas.microsoft.com/office/drawing/2014/main" id="{EE033D5A-6693-9AA6-3186-1B1328E6E136}"/>
              </a:ext>
            </a:extLst>
          </p:cNvPr>
          <p:cNvSpPr>
            <a:spLocks noGrp="1"/>
          </p:cNvSpPr>
          <p:nvPr>
            <p:ph idx="1"/>
          </p:nvPr>
        </p:nvSpPr>
        <p:spPr/>
        <p:txBody>
          <a:bodyPr>
            <a:normAutofit/>
          </a:bodyPr>
          <a:lstStyle/>
          <a:p>
            <a:pPr>
              <a:lnSpc>
                <a:spcPct val="150000"/>
              </a:lnSpc>
            </a:pPr>
            <a:r>
              <a:rPr lang="vi-VN"/>
              <a:t>Chuyển mạch</a:t>
            </a:r>
            <a:endParaRPr lang="en-US"/>
          </a:p>
          <a:p>
            <a:pPr lvl="1">
              <a:lnSpc>
                <a:spcPct val="150000"/>
              </a:lnSpc>
            </a:pPr>
            <a:r>
              <a:rPr lang="vi-VN" sz="2600"/>
              <a:t>Tài nguyên mạng (như băng thông) được phân </a:t>
            </a:r>
            <a:r>
              <a:rPr lang="vi-VN" sz="2600">
                <a:solidFill>
                  <a:srgbClr val="FF0000"/>
                </a:solidFill>
              </a:rPr>
              <a:t>chia thành các “mảnh”</a:t>
            </a:r>
          </a:p>
          <a:p>
            <a:pPr lvl="1">
              <a:lnSpc>
                <a:spcPct val="150000"/>
              </a:lnSpc>
            </a:pPr>
            <a:r>
              <a:rPr lang="vi-VN" sz="2600"/>
              <a:t>Mỗi mảnh được cấp phát cho mỗi cuộc gọi</a:t>
            </a:r>
          </a:p>
          <a:p>
            <a:pPr lvl="1">
              <a:lnSpc>
                <a:spcPct val="150000"/>
              </a:lnSpc>
            </a:pPr>
            <a:r>
              <a:rPr lang="vi-VN" sz="2600"/>
              <a:t>Mảnh được cấp phát sẽ </a:t>
            </a:r>
            <a:r>
              <a:rPr lang="vi-VN" sz="2600">
                <a:solidFill>
                  <a:srgbClr val="FF0000"/>
                </a:solidFill>
              </a:rPr>
              <a:t>rảnh rỗi</a:t>
            </a:r>
            <a:r>
              <a:rPr lang="vi-VN" sz="2600"/>
              <a:t> nếu không được sử dụng trong cuộc gọi (không chia sẻ)</a:t>
            </a:r>
            <a:endParaRPr lang="en-US" sz="2600"/>
          </a:p>
          <a:p>
            <a:pPr lvl="1">
              <a:lnSpc>
                <a:spcPct val="150000"/>
              </a:lnSpc>
            </a:pPr>
            <a:endParaRPr lang="vi-VN" sz="2600"/>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16835540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DC60-03E4-F957-B6CF-36A90CB65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BC0B7A-EA3E-A385-866A-448CC5043AD1}"/>
              </a:ext>
            </a:extLst>
          </p:cNvPr>
          <p:cNvSpPr>
            <a:spLocks noGrp="1"/>
          </p:cNvSpPr>
          <p:nvPr>
            <p:ph type="title"/>
          </p:nvPr>
        </p:nvSpPr>
        <p:spPr/>
        <p:txBody>
          <a:bodyPr/>
          <a:lstStyle/>
          <a:p>
            <a:r>
              <a:rPr lang="en-US"/>
              <a:t>MÔ HÌNH TRUYỀN THÔNG</a:t>
            </a:r>
          </a:p>
        </p:txBody>
      </p:sp>
      <p:sp>
        <p:nvSpPr>
          <p:cNvPr id="3" name="Content Placeholder 2">
            <a:extLst>
              <a:ext uri="{FF2B5EF4-FFF2-40B4-BE49-F238E27FC236}">
                <a16:creationId xmlns:a16="http://schemas.microsoft.com/office/drawing/2014/main" id="{B9FA44AC-C5DD-2862-EDAD-4E0234F6238A}"/>
              </a:ext>
            </a:extLst>
          </p:cNvPr>
          <p:cNvSpPr>
            <a:spLocks noGrp="1"/>
          </p:cNvSpPr>
          <p:nvPr>
            <p:ph idx="1"/>
          </p:nvPr>
        </p:nvSpPr>
        <p:spPr/>
        <p:txBody>
          <a:bodyPr>
            <a:normAutofit/>
          </a:bodyPr>
          <a:lstStyle/>
          <a:p>
            <a:pPr>
              <a:lnSpc>
                <a:spcPct val="150000"/>
              </a:lnSpc>
            </a:pPr>
            <a:r>
              <a:rPr lang="vi-VN"/>
              <a:t>Chuyển mạch</a:t>
            </a:r>
            <a:endParaRPr lang="en-US"/>
          </a:p>
          <a:p>
            <a:pPr lvl="1">
              <a:lnSpc>
                <a:spcPct val="150000"/>
              </a:lnSpc>
            </a:pPr>
            <a:r>
              <a:rPr lang="vi-VN" sz="2600"/>
              <a:t>Phân chia băng thông (bandwidth) thành các “mảnh”</a:t>
            </a:r>
          </a:p>
          <a:p>
            <a:pPr lvl="2">
              <a:lnSpc>
                <a:spcPct val="150000"/>
              </a:lnSpc>
            </a:pPr>
            <a:r>
              <a:rPr lang="vi-VN" sz="2400"/>
              <a:t>Chia theo tần số</a:t>
            </a:r>
            <a:r>
              <a:rPr lang="en-US" sz="2400"/>
              <a:t> </a:t>
            </a:r>
            <a:r>
              <a:rPr lang="vi-VN" sz="2400"/>
              <a:t>FDM (frequency-division multiplexing)</a:t>
            </a:r>
          </a:p>
          <a:p>
            <a:pPr lvl="2">
              <a:lnSpc>
                <a:spcPct val="150000"/>
              </a:lnSpc>
            </a:pPr>
            <a:r>
              <a:rPr lang="vi-VN" sz="2400"/>
              <a:t>Chia theo thời gian</a:t>
            </a:r>
            <a:r>
              <a:rPr lang="en-US" sz="2400"/>
              <a:t> </a:t>
            </a:r>
            <a:r>
              <a:rPr lang="vi-VN" sz="2400"/>
              <a:t>TDM (time-division multiplexing)</a:t>
            </a:r>
          </a:p>
          <a:p>
            <a:pPr lvl="1">
              <a:lnSpc>
                <a:spcPct val="150000"/>
              </a:lnSpc>
            </a:pPr>
            <a:endParaRPr lang="vi-VN" sz="2600"/>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26556489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BE4C9-418C-3B0E-0C34-E8163291815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4F01B5-73CC-D8FA-31AC-A69F8FBAE1A2}"/>
              </a:ext>
            </a:extLst>
          </p:cNvPr>
          <p:cNvSpPr>
            <a:spLocks noGrp="1"/>
          </p:cNvSpPr>
          <p:nvPr>
            <p:ph sz="half" idx="1"/>
          </p:nvPr>
        </p:nvSpPr>
        <p:spPr/>
        <p:txBody>
          <a:bodyPr>
            <a:normAutofit/>
          </a:bodyPr>
          <a:lstStyle/>
          <a:p>
            <a:pPr>
              <a:lnSpc>
                <a:spcPct val="150000"/>
              </a:lnSpc>
            </a:pPr>
            <a:r>
              <a:rPr lang="vi-VN" sz="2400"/>
              <a:t>Chuyển mạch</a:t>
            </a:r>
            <a:r>
              <a:rPr lang="en-US" sz="2400"/>
              <a:t> </a:t>
            </a:r>
            <a:r>
              <a:rPr lang="en-US" altLang="en-US" sz="2400"/>
              <a:t>FDM vàTDM</a:t>
            </a:r>
            <a:endParaRPr lang="en-US" sz="2400"/>
          </a:p>
          <a:p>
            <a:pPr lvl="1">
              <a:lnSpc>
                <a:spcPct val="150000"/>
              </a:lnSpc>
            </a:pPr>
            <a:endParaRPr lang="vi-VN" sz="2600"/>
          </a:p>
          <a:p>
            <a:pPr>
              <a:lnSpc>
                <a:spcPct val="150000"/>
              </a:lnSpc>
            </a:pPr>
            <a:endParaRPr lang="en-US"/>
          </a:p>
          <a:p>
            <a:pPr>
              <a:lnSpc>
                <a:spcPct val="150000"/>
              </a:lnSpc>
            </a:pPr>
            <a:endParaRPr lang="en-US"/>
          </a:p>
        </p:txBody>
      </p:sp>
      <p:sp>
        <p:nvSpPr>
          <p:cNvPr id="2" name="Title 1">
            <a:extLst>
              <a:ext uri="{FF2B5EF4-FFF2-40B4-BE49-F238E27FC236}">
                <a16:creationId xmlns:a16="http://schemas.microsoft.com/office/drawing/2014/main" id="{17294158-62E9-20FE-0A71-73CFB965F7C9}"/>
              </a:ext>
            </a:extLst>
          </p:cNvPr>
          <p:cNvSpPr>
            <a:spLocks noGrp="1"/>
          </p:cNvSpPr>
          <p:nvPr>
            <p:ph type="title"/>
          </p:nvPr>
        </p:nvSpPr>
        <p:spPr/>
        <p:txBody>
          <a:bodyPr/>
          <a:lstStyle/>
          <a:p>
            <a:r>
              <a:rPr lang="en-US"/>
              <a:t>MÔ HÌNH TRUYỀN THÔNG</a:t>
            </a:r>
          </a:p>
        </p:txBody>
      </p:sp>
      <p:grpSp>
        <p:nvGrpSpPr>
          <p:cNvPr id="4" name="Group 3">
            <a:extLst>
              <a:ext uri="{FF2B5EF4-FFF2-40B4-BE49-F238E27FC236}">
                <a16:creationId xmlns:a16="http://schemas.microsoft.com/office/drawing/2014/main" id="{C6F095C6-59EF-11EE-BFCA-F488C15A47AE}"/>
              </a:ext>
            </a:extLst>
          </p:cNvPr>
          <p:cNvGrpSpPr>
            <a:grpSpLocks/>
          </p:cNvGrpSpPr>
          <p:nvPr/>
        </p:nvGrpSpPr>
        <p:grpSpPr bwMode="auto">
          <a:xfrm>
            <a:off x="4812030" y="1665923"/>
            <a:ext cx="6844030" cy="2443162"/>
            <a:chOff x="288" y="1007"/>
            <a:chExt cx="4560" cy="1539"/>
          </a:xfrm>
        </p:grpSpPr>
        <p:sp>
          <p:nvSpPr>
            <p:cNvPr id="5" name="Text Box 4">
              <a:extLst>
                <a:ext uri="{FF2B5EF4-FFF2-40B4-BE49-F238E27FC236}">
                  <a16:creationId xmlns:a16="http://schemas.microsoft.com/office/drawing/2014/main" id="{FD5DA51F-87D0-871D-DEC8-A1CFB8638C92}"/>
                </a:ext>
              </a:extLst>
            </p:cNvPr>
            <p:cNvSpPr txBox="1">
              <a:spLocks noChangeArrowheads="1"/>
            </p:cNvSpPr>
            <p:nvPr/>
          </p:nvSpPr>
          <p:spPr bwMode="auto">
            <a:xfrm>
              <a:off x="288" y="1007"/>
              <a:ext cx="5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latin typeface="Arial" panose="020B0604020202020204" pitchFamily="34" charset="0"/>
                </a:rPr>
                <a:t>FDM</a:t>
              </a:r>
              <a:endParaRPr lang="fr-FR" altLang="en-US" sz="2400">
                <a:latin typeface="Arial" panose="020B0604020202020204" pitchFamily="34" charset="0"/>
              </a:endParaRPr>
            </a:p>
          </p:txBody>
        </p:sp>
        <p:grpSp>
          <p:nvGrpSpPr>
            <p:cNvPr id="6" name="Group 5">
              <a:extLst>
                <a:ext uri="{FF2B5EF4-FFF2-40B4-BE49-F238E27FC236}">
                  <a16:creationId xmlns:a16="http://schemas.microsoft.com/office/drawing/2014/main" id="{1A126BA5-A245-48BE-5F5D-D14D9990CAF3}"/>
                </a:ext>
              </a:extLst>
            </p:cNvPr>
            <p:cNvGrpSpPr>
              <a:grpSpLocks/>
            </p:cNvGrpSpPr>
            <p:nvPr/>
          </p:nvGrpSpPr>
          <p:grpSpPr bwMode="auto">
            <a:xfrm>
              <a:off x="720" y="1392"/>
              <a:ext cx="4128" cy="1154"/>
              <a:chOff x="720" y="1392"/>
              <a:chExt cx="4128" cy="1154"/>
            </a:xfrm>
          </p:grpSpPr>
          <p:sp>
            <p:nvSpPr>
              <p:cNvPr id="7" name="Line 6">
                <a:extLst>
                  <a:ext uri="{FF2B5EF4-FFF2-40B4-BE49-F238E27FC236}">
                    <a16:creationId xmlns:a16="http://schemas.microsoft.com/office/drawing/2014/main" id="{A2EDD5DF-38DD-79D5-0959-D6724EFC045A}"/>
                  </a:ext>
                </a:extLst>
              </p:cNvPr>
              <p:cNvSpPr>
                <a:spLocks noChangeShapeType="1"/>
              </p:cNvSpPr>
              <p:nvPr/>
            </p:nvSpPr>
            <p:spPr bwMode="auto">
              <a:xfrm flipV="1">
                <a:off x="1728" y="1392"/>
                <a:ext cx="0" cy="8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Text Box 7">
                <a:extLst>
                  <a:ext uri="{FF2B5EF4-FFF2-40B4-BE49-F238E27FC236}">
                    <a16:creationId xmlns:a16="http://schemas.microsoft.com/office/drawing/2014/main" id="{717BB917-917B-2D4D-8FCA-BCB619F074B0}"/>
                  </a:ext>
                </a:extLst>
              </p:cNvPr>
              <p:cNvSpPr txBox="1">
                <a:spLocks noChangeArrowheads="1"/>
              </p:cNvSpPr>
              <p:nvPr/>
            </p:nvSpPr>
            <p:spPr bwMode="auto">
              <a:xfrm>
                <a:off x="720" y="1680"/>
                <a:ext cx="70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latin typeface="Arial" panose="020B0604020202020204" pitchFamily="34" charset="0"/>
                  </a:rPr>
                  <a:t>Tần số</a:t>
                </a:r>
                <a:endParaRPr lang="fr-FR" altLang="en-US" sz="2400">
                  <a:latin typeface="Arial" panose="020B0604020202020204" pitchFamily="34" charset="0"/>
                </a:endParaRPr>
              </a:p>
            </p:txBody>
          </p:sp>
          <p:sp>
            <p:nvSpPr>
              <p:cNvPr id="9" name="Line 8">
                <a:extLst>
                  <a:ext uri="{FF2B5EF4-FFF2-40B4-BE49-F238E27FC236}">
                    <a16:creationId xmlns:a16="http://schemas.microsoft.com/office/drawing/2014/main" id="{842C2E52-B59C-4BE1-B676-8BA66C6D6FC3}"/>
                  </a:ext>
                </a:extLst>
              </p:cNvPr>
              <p:cNvSpPr>
                <a:spLocks noChangeShapeType="1"/>
              </p:cNvSpPr>
              <p:nvPr/>
            </p:nvSpPr>
            <p:spPr bwMode="auto">
              <a:xfrm>
                <a:off x="1728" y="2208"/>
                <a:ext cx="312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 name="Text Box 9">
                <a:extLst>
                  <a:ext uri="{FF2B5EF4-FFF2-40B4-BE49-F238E27FC236}">
                    <a16:creationId xmlns:a16="http://schemas.microsoft.com/office/drawing/2014/main" id="{66AC5672-844F-8B51-2E8B-52DBBF822C42}"/>
                  </a:ext>
                </a:extLst>
              </p:cNvPr>
              <p:cNvSpPr txBox="1">
                <a:spLocks noChangeArrowheads="1"/>
              </p:cNvSpPr>
              <p:nvPr/>
            </p:nvSpPr>
            <p:spPr bwMode="auto">
              <a:xfrm>
                <a:off x="3048" y="2255"/>
                <a:ext cx="9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latin typeface="Arial" panose="020B0604020202020204" pitchFamily="34" charset="0"/>
                  </a:rPr>
                  <a:t>Thời gian</a:t>
                </a:r>
                <a:endParaRPr lang="fr-FR" altLang="en-US" sz="2400">
                  <a:latin typeface="Arial" panose="020B0604020202020204" pitchFamily="34" charset="0"/>
                </a:endParaRPr>
              </a:p>
            </p:txBody>
          </p:sp>
          <p:sp>
            <p:nvSpPr>
              <p:cNvPr id="11" name="Rectangle 10">
                <a:extLst>
                  <a:ext uri="{FF2B5EF4-FFF2-40B4-BE49-F238E27FC236}">
                    <a16:creationId xmlns:a16="http://schemas.microsoft.com/office/drawing/2014/main" id="{B6BA4804-D15F-B1C9-8DB8-6C2DBF3A29F4}"/>
                  </a:ext>
                </a:extLst>
              </p:cNvPr>
              <p:cNvSpPr>
                <a:spLocks noChangeArrowheads="1"/>
              </p:cNvSpPr>
              <p:nvPr/>
            </p:nvSpPr>
            <p:spPr bwMode="auto">
              <a:xfrm>
                <a:off x="1776" y="1584"/>
                <a:ext cx="2880" cy="576"/>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sp>
        <p:nvSpPr>
          <p:cNvPr id="12" name="Rectangle 11">
            <a:extLst>
              <a:ext uri="{FF2B5EF4-FFF2-40B4-BE49-F238E27FC236}">
                <a16:creationId xmlns:a16="http://schemas.microsoft.com/office/drawing/2014/main" id="{58D908BE-883B-9262-D920-C3EF5DF0A5D7}"/>
              </a:ext>
            </a:extLst>
          </p:cNvPr>
          <p:cNvSpPr>
            <a:spLocks noChangeArrowheads="1"/>
          </p:cNvSpPr>
          <p:nvPr/>
        </p:nvSpPr>
        <p:spPr bwMode="auto">
          <a:xfrm>
            <a:off x="7016014" y="2594610"/>
            <a:ext cx="4322545" cy="228600"/>
          </a:xfrm>
          <a:prstGeom prst="rect">
            <a:avLst/>
          </a:prstGeom>
          <a:solidFill>
            <a:srgbClr val="3366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3" name="Rectangle 12">
            <a:extLst>
              <a:ext uri="{FF2B5EF4-FFF2-40B4-BE49-F238E27FC236}">
                <a16:creationId xmlns:a16="http://schemas.microsoft.com/office/drawing/2014/main" id="{C6A0D633-6D3D-FA42-D9FB-24D2BEADC1AD}"/>
              </a:ext>
            </a:extLst>
          </p:cNvPr>
          <p:cNvSpPr>
            <a:spLocks noChangeArrowheads="1"/>
          </p:cNvSpPr>
          <p:nvPr/>
        </p:nvSpPr>
        <p:spPr bwMode="auto">
          <a:xfrm>
            <a:off x="7016014" y="2823210"/>
            <a:ext cx="4322545" cy="228600"/>
          </a:xfrm>
          <a:prstGeom prst="rect">
            <a:avLst/>
          </a:prstGeom>
          <a:solidFill>
            <a:srgbClr val="99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4" name="Rectangle 13">
            <a:extLst>
              <a:ext uri="{FF2B5EF4-FFF2-40B4-BE49-F238E27FC236}">
                <a16:creationId xmlns:a16="http://schemas.microsoft.com/office/drawing/2014/main" id="{F1CB271B-7BCF-6A98-0B9D-3AC24599EFE0}"/>
              </a:ext>
            </a:extLst>
          </p:cNvPr>
          <p:cNvSpPr>
            <a:spLocks noChangeArrowheads="1"/>
          </p:cNvSpPr>
          <p:nvPr/>
        </p:nvSpPr>
        <p:spPr bwMode="auto">
          <a:xfrm>
            <a:off x="7016014" y="3051810"/>
            <a:ext cx="4322545" cy="228600"/>
          </a:xfrm>
          <a:prstGeom prst="rect">
            <a:avLst/>
          </a:prstGeom>
          <a:solidFill>
            <a:srgbClr val="FF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5" name="Rectangle 14">
            <a:extLst>
              <a:ext uri="{FF2B5EF4-FFF2-40B4-BE49-F238E27FC236}">
                <a16:creationId xmlns:a16="http://schemas.microsoft.com/office/drawing/2014/main" id="{CB8414E9-8E7C-186A-7EC8-3F35D89CBAC1}"/>
              </a:ext>
            </a:extLst>
          </p:cNvPr>
          <p:cNvSpPr>
            <a:spLocks noChangeArrowheads="1"/>
          </p:cNvSpPr>
          <p:nvPr/>
        </p:nvSpPr>
        <p:spPr bwMode="auto">
          <a:xfrm>
            <a:off x="7016014" y="3280410"/>
            <a:ext cx="4322545" cy="228600"/>
          </a:xfrm>
          <a:prstGeom prst="rect">
            <a:avLst/>
          </a:prstGeom>
          <a:solidFill>
            <a:srgbClr val="FF00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16" name="Group 15">
            <a:extLst>
              <a:ext uri="{FF2B5EF4-FFF2-40B4-BE49-F238E27FC236}">
                <a16:creationId xmlns:a16="http://schemas.microsoft.com/office/drawing/2014/main" id="{7C92612A-C94A-FD0F-10BC-968F21719BCB}"/>
              </a:ext>
            </a:extLst>
          </p:cNvPr>
          <p:cNvGrpSpPr>
            <a:grpSpLocks/>
          </p:cNvGrpSpPr>
          <p:nvPr/>
        </p:nvGrpSpPr>
        <p:grpSpPr bwMode="auto">
          <a:xfrm>
            <a:off x="4799330" y="4117023"/>
            <a:ext cx="6844030" cy="2520950"/>
            <a:chOff x="288" y="2543"/>
            <a:chExt cx="4560" cy="1588"/>
          </a:xfrm>
        </p:grpSpPr>
        <p:sp>
          <p:nvSpPr>
            <p:cNvPr id="17" name="Text Box 16">
              <a:extLst>
                <a:ext uri="{FF2B5EF4-FFF2-40B4-BE49-F238E27FC236}">
                  <a16:creationId xmlns:a16="http://schemas.microsoft.com/office/drawing/2014/main" id="{EFDC3F19-2FAC-1A70-92B7-F3F748B7AE39}"/>
                </a:ext>
              </a:extLst>
            </p:cNvPr>
            <p:cNvSpPr txBox="1">
              <a:spLocks noChangeArrowheads="1"/>
            </p:cNvSpPr>
            <p:nvPr/>
          </p:nvSpPr>
          <p:spPr bwMode="auto">
            <a:xfrm>
              <a:off x="288" y="2543"/>
              <a:ext cx="5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latin typeface="Arial" panose="020B0604020202020204" pitchFamily="34" charset="0"/>
                </a:rPr>
                <a:t>TDM</a:t>
              </a:r>
              <a:endParaRPr lang="fr-FR" altLang="en-US" sz="2400">
                <a:latin typeface="Arial" panose="020B0604020202020204" pitchFamily="34" charset="0"/>
              </a:endParaRPr>
            </a:p>
          </p:txBody>
        </p:sp>
        <p:sp>
          <p:nvSpPr>
            <p:cNvPr id="18" name="Line 17">
              <a:extLst>
                <a:ext uri="{FF2B5EF4-FFF2-40B4-BE49-F238E27FC236}">
                  <a16:creationId xmlns:a16="http://schemas.microsoft.com/office/drawing/2014/main" id="{4983E486-2C64-A8EC-78B1-3610C507C24E}"/>
                </a:ext>
              </a:extLst>
            </p:cNvPr>
            <p:cNvSpPr>
              <a:spLocks noChangeShapeType="1"/>
            </p:cNvSpPr>
            <p:nvPr/>
          </p:nvSpPr>
          <p:spPr bwMode="auto">
            <a:xfrm flipV="1">
              <a:off x="1728" y="2977"/>
              <a:ext cx="0" cy="81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 name="Text Box 18">
              <a:extLst>
                <a:ext uri="{FF2B5EF4-FFF2-40B4-BE49-F238E27FC236}">
                  <a16:creationId xmlns:a16="http://schemas.microsoft.com/office/drawing/2014/main" id="{303EA247-EF02-B80B-C876-3E5D145CABC3}"/>
                </a:ext>
              </a:extLst>
            </p:cNvPr>
            <p:cNvSpPr txBox="1">
              <a:spLocks noChangeArrowheads="1"/>
            </p:cNvSpPr>
            <p:nvPr/>
          </p:nvSpPr>
          <p:spPr bwMode="auto">
            <a:xfrm>
              <a:off x="720" y="3265"/>
              <a:ext cx="70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latin typeface="Arial" panose="020B0604020202020204" pitchFamily="34" charset="0"/>
                </a:rPr>
                <a:t>Tần số</a:t>
              </a:r>
              <a:endParaRPr lang="fr-FR" altLang="en-US" sz="2400">
                <a:latin typeface="Arial" panose="020B0604020202020204" pitchFamily="34" charset="0"/>
              </a:endParaRPr>
            </a:p>
          </p:txBody>
        </p:sp>
        <p:sp>
          <p:nvSpPr>
            <p:cNvPr id="20" name="Line 19">
              <a:extLst>
                <a:ext uri="{FF2B5EF4-FFF2-40B4-BE49-F238E27FC236}">
                  <a16:creationId xmlns:a16="http://schemas.microsoft.com/office/drawing/2014/main" id="{5C7A0846-DB31-2811-9FA2-772984DE5072}"/>
                </a:ext>
              </a:extLst>
            </p:cNvPr>
            <p:cNvSpPr>
              <a:spLocks noChangeShapeType="1"/>
            </p:cNvSpPr>
            <p:nvPr/>
          </p:nvSpPr>
          <p:spPr bwMode="auto">
            <a:xfrm>
              <a:off x="1728" y="3793"/>
              <a:ext cx="312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 name="Text Box 20">
              <a:extLst>
                <a:ext uri="{FF2B5EF4-FFF2-40B4-BE49-F238E27FC236}">
                  <a16:creationId xmlns:a16="http://schemas.microsoft.com/office/drawing/2014/main" id="{D6DE1515-1CB0-B68F-7CBC-784A1E267E70}"/>
                </a:ext>
              </a:extLst>
            </p:cNvPr>
            <p:cNvSpPr txBox="1">
              <a:spLocks noChangeArrowheads="1"/>
            </p:cNvSpPr>
            <p:nvPr/>
          </p:nvSpPr>
          <p:spPr bwMode="auto">
            <a:xfrm>
              <a:off x="3048" y="3840"/>
              <a:ext cx="9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latin typeface="Arial" panose="020B0604020202020204" pitchFamily="34" charset="0"/>
                </a:rPr>
                <a:t>Thời gian</a:t>
              </a:r>
              <a:endParaRPr lang="fr-FR" altLang="en-US" sz="2400">
                <a:latin typeface="Arial" panose="020B0604020202020204" pitchFamily="34" charset="0"/>
              </a:endParaRPr>
            </a:p>
          </p:txBody>
        </p:sp>
        <p:sp>
          <p:nvSpPr>
            <p:cNvPr id="22" name="Rectangle 21">
              <a:extLst>
                <a:ext uri="{FF2B5EF4-FFF2-40B4-BE49-F238E27FC236}">
                  <a16:creationId xmlns:a16="http://schemas.microsoft.com/office/drawing/2014/main" id="{874B0F43-8F80-7096-0FAE-BAC3FC5A4D3A}"/>
                </a:ext>
              </a:extLst>
            </p:cNvPr>
            <p:cNvSpPr>
              <a:spLocks noChangeArrowheads="1"/>
            </p:cNvSpPr>
            <p:nvPr/>
          </p:nvSpPr>
          <p:spPr bwMode="auto">
            <a:xfrm>
              <a:off x="1776" y="3168"/>
              <a:ext cx="2880" cy="576"/>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23" name="Group 22">
            <a:extLst>
              <a:ext uri="{FF2B5EF4-FFF2-40B4-BE49-F238E27FC236}">
                <a16:creationId xmlns:a16="http://schemas.microsoft.com/office/drawing/2014/main" id="{A8C5C9D9-C94D-4B65-DFB3-20ACF107F0EA}"/>
              </a:ext>
            </a:extLst>
          </p:cNvPr>
          <p:cNvGrpSpPr>
            <a:grpSpLocks/>
          </p:cNvGrpSpPr>
          <p:nvPr/>
        </p:nvGrpSpPr>
        <p:grpSpPr bwMode="auto">
          <a:xfrm>
            <a:off x="6978596" y="5109210"/>
            <a:ext cx="3674163" cy="914400"/>
            <a:chOff x="1776" y="3168"/>
            <a:chExt cx="2448" cy="576"/>
          </a:xfrm>
        </p:grpSpPr>
        <p:sp>
          <p:nvSpPr>
            <p:cNvPr id="24" name="Rectangle 23">
              <a:extLst>
                <a:ext uri="{FF2B5EF4-FFF2-40B4-BE49-F238E27FC236}">
                  <a16:creationId xmlns:a16="http://schemas.microsoft.com/office/drawing/2014/main" id="{6940178C-8965-9477-EA13-BF4758447624}"/>
                </a:ext>
              </a:extLst>
            </p:cNvPr>
            <p:cNvSpPr>
              <a:spLocks noChangeArrowheads="1"/>
            </p:cNvSpPr>
            <p:nvPr/>
          </p:nvSpPr>
          <p:spPr bwMode="auto">
            <a:xfrm>
              <a:off x="1776" y="3168"/>
              <a:ext cx="144" cy="576"/>
            </a:xfrm>
            <a:prstGeom prst="rect">
              <a:avLst/>
            </a:prstGeom>
            <a:solidFill>
              <a:srgbClr val="3366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5" name="Rectangle 24">
              <a:extLst>
                <a:ext uri="{FF2B5EF4-FFF2-40B4-BE49-F238E27FC236}">
                  <a16:creationId xmlns:a16="http://schemas.microsoft.com/office/drawing/2014/main" id="{8AA249D3-DAE0-7452-6E10-08EA4A3AA667}"/>
                </a:ext>
              </a:extLst>
            </p:cNvPr>
            <p:cNvSpPr>
              <a:spLocks noChangeArrowheads="1"/>
            </p:cNvSpPr>
            <p:nvPr/>
          </p:nvSpPr>
          <p:spPr bwMode="auto">
            <a:xfrm>
              <a:off x="2352" y="3168"/>
              <a:ext cx="144" cy="576"/>
            </a:xfrm>
            <a:prstGeom prst="rect">
              <a:avLst/>
            </a:prstGeom>
            <a:solidFill>
              <a:srgbClr val="3366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6" name="Rectangle 25">
              <a:extLst>
                <a:ext uri="{FF2B5EF4-FFF2-40B4-BE49-F238E27FC236}">
                  <a16:creationId xmlns:a16="http://schemas.microsoft.com/office/drawing/2014/main" id="{4ED39499-8C49-B0A1-9DA9-3AC32F76D02E}"/>
                </a:ext>
              </a:extLst>
            </p:cNvPr>
            <p:cNvSpPr>
              <a:spLocks noChangeArrowheads="1"/>
            </p:cNvSpPr>
            <p:nvPr/>
          </p:nvSpPr>
          <p:spPr bwMode="auto">
            <a:xfrm>
              <a:off x="2928" y="3168"/>
              <a:ext cx="144" cy="576"/>
            </a:xfrm>
            <a:prstGeom prst="rect">
              <a:avLst/>
            </a:prstGeom>
            <a:solidFill>
              <a:srgbClr val="3366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7" name="Rectangle 26">
              <a:extLst>
                <a:ext uri="{FF2B5EF4-FFF2-40B4-BE49-F238E27FC236}">
                  <a16:creationId xmlns:a16="http://schemas.microsoft.com/office/drawing/2014/main" id="{E52BF8E4-37DA-7D63-F6B1-D19EEA8BF758}"/>
                </a:ext>
              </a:extLst>
            </p:cNvPr>
            <p:cNvSpPr>
              <a:spLocks noChangeArrowheads="1"/>
            </p:cNvSpPr>
            <p:nvPr/>
          </p:nvSpPr>
          <p:spPr bwMode="auto">
            <a:xfrm>
              <a:off x="3504" y="3168"/>
              <a:ext cx="144" cy="576"/>
            </a:xfrm>
            <a:prstGeom prst="rect">
              <a:avLst/>
            </a:prstGeom>
            <a:solidFill>
              <a:srgbClr val="3366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28" name="Rectangle 27">
              <a:extLst>
                <a:ext uri="{FF2B5EF4-FFF2-40B4-BE49-F238E27FC236}">
                  <a16:creationId xmlns:a16="http://schemas.microsoft.com/office/drawing/2014/main" id="{145E40E5-9B2A-F70E-EFBB-B5305EC1250B}"/>
                </a:ext>
              </a:extLst>
            </p:cNvPr>
            <p:cNvSpPr>
              <a:spLocks noChangeArrowheads="1"/>
            </p:cNvSpPr>
            <p:nvPr/>
          </p:nvSpPr>
          <p:spPr bwMode="auto">
            <a:xfrm>
              <a:off x="4080" y="3168"/>
              <a:ext cx="144" cy="576"/>
            </a:xfrm>
            <a:prstGeom prst="rect">
              <a:avLst/>
            </a:prstGeom>
            <a:solidFill>
              <a:srgbClr val="3366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29" name="Group 28">
            <a:extLst>
              <a:ext uri="{FF2B5EF4-FFF2-40B4-BE49-F238E27FC236}">
                <a16:creationId xmlns:a16="http://schemas.microsoft.com/office/drawing/2014/main" id="{5D9F6577-0E1C-CB8F-B3B1-85F5EABC7A7A}"/>
              </a:ext>
            </a:extLst>
          </p:cNvPr>
          <p:cNvGrpSpPr>
            <a:grpSpLocks/>
          </p:cNvGrpSpPr>
          <p:nvPr/>
        </p:nvGrpSpPr>
        <p:grpSpPr bwMode="auto">
          <a:xfrm>
            <a:off x="7207196" y="5109210"/>
            <a:ext cx="3674163" cy="914400"/>
            <a:chOff x="1920" y="3168"/>
            <a:chExt cx="2448" cy="576"/>
          </a:xfrm>
        </p:grpSpPr>
        <p:sp>
          <p:nvSpPr>
            <p:cNvPr id="30" name="Rectangle 29">
              <a:extLst>
                <a:ext uri="{FF2B5EF4-FFF2-40B4-BE49-F238E27FC236}">
                  <a16:creationId xmlns:a16="http://schemas.microsoft.com/office/drawing/2014/main" id="{2DE0C869-83EE-CAF7-DE0A-FD7751AB9881}"/>
                </a:ext>
              </a:extLst>
            </p:cNvPr>
            <p:cNvSpPr>
              <a:spLocks noChangeArrowheads="1"/>
            </p:cNvSpPr>
            <p:nvPr/>
          </p:nvSpPr>
          <p:spPr bwMode="auto">
            <a:xfrm>
              <a:off x="1920" y="3168"/>
              <a:ext cx="144" cy="576"/>
            </a:xfrm>
            <a:prstGeom prst="rect">
              <a:avLst/>
            </a:prstGeom>
            <a:solidFill>
              <a:srgbClr val="99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1" name="Rectangle 30">
              <a:extLst>
                <a:ext uri="{FF2B5EF4-FFF2-40B4-BE49-F238E27FC236}">
                  <a16:creationId xmlns:a16="http://schemas.microsoft.com/office/drawing/2014/main" id="{AC7BEDC2-D2AA-F0BD-601F-82AE4F0DA4E5}"/>
                </a:ext>
              </a:extLst>
            </p:cNvPr>
            <p:cNvSpPr>
              <a:spLocks noChangeArrowheads="1"/>
            </p:cNvSpPr>
            <p:nvPr/>
          </p:nvSpPr>
          <p:spPr bwMode="auto">
            <a:xfrm>
              <a:off x="2496" y="3168"/>
              <a:ext cx="144" cy="576"/>
            </a:xfrm>
            <a:prstGeom prst="rect">
              <a:avLst/>
            </a:prstGeom>
            <a:solidFill>
              <a:srgbClr val="99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2" name="Rectangle 31">
              <a:extLst>
                <a:ext uri="{FF2B5EF4-FFF2-40B4-BE49-F238E27FC236}">
                  <a16:creationId xmlns:a16="http://schemas.microsoft.com/office/drawing/2014/main" id="{AFDDD4C6-6B93-D02D-E867-B3E4AF27B9D2}"/>
                </a:ext>
              </a:extLst>
            </p:cNvPr>
            <p:cNvSpPr>
              <a:spLocks noChangeArrowheads="1"/>
            </p:cNvSpPr>
            <p:nvPr/>
          </p:nvSpPr>
          <p:spPr bwMode="auto">
            <a:xfrm>
              <a:off x="3072" y="3168"/>
              <a:ext cx="144" cy="576"/>
            </a:xfrm>
            <a:prstGeom prst="rect">
              <a:avLst/>
            </a:prstGeom>
            <a:solidFill>
              <a:srgbClr val="99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3" name="Rectangle 32">
              <a:extLst>
                <a:ext uri="{FF2B5EF4-FFF2-40B4-BE49-F238E27FC236}">
                  <a16:creationId xmlns:a16="http://schemas.microsoft.com/office/drawing/2014/main" id="{D71A0A8B-3602-62DD-DAEA-2732E2D91A15}"/>
                </a:ext>
              </a:extLst>
            </p:cNvPr>
            <p:cNvSpPr>
              <a:spLocks noChangeArrowheads="1"/>
            </p:cNvSpPr>
            <p:nvPr/>
          </p:nvSpPr>
          <p:spPr bwMode="auto">
            <a:xfrm>
              <a:off x="3648" y="3168"/>
              <a:ext cx="144" cy="576"/>
            </a:xfrm>
            <a:prstGeom prst="rect">
              <a:avLst/>
            </a:prstGeom>
            <a:solidFill>
              <a:srgbClr val="99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4" name="Rectangle 33">
              <a:extLst>
                <a:ext uri="{FF2B5EF4-FFF2-40B4-BE49-F238E27FC236}">
                  <a16:creationId xmlns:a16="http://schemas.microsoft.com/office/drawing/2014/main" id="{1BF91FB8-C0A3-DDEC-324B-8676536A5BF9}"/>
                </a:ext>
              </a:extLst>
            </p:cNvPr>
            <p:cNvSpPr>
              <a:spLocks noChangeArrowheads="1"/>
            </p:cNvSpPr>
            <p:nvPr/>
          </p:nvSpPr>
          <p:spPr bwMode="auto">
            <a:xfrm>
              <a:off x="4224" y="3168"/>
              <a:ext cx="144" cy="576"/>
            </a:xfrm>
            <a:prstGeom prst="rect">
              <a:avLst/>
            </a:prstGeom>
            <a:solidFill>
              <a:srgbClr val="99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35" name="Group 34">
            <a:extLst>
              <a:ext uri="{FF2B5EF4-FFF2-40B4-BE49-F238E27FC236}">
                <a16:creationId xmlns:a16="http://schemas.microsoft.com/office/drawing/2014/main" id="{D8E10F7E-7A7B-3C35-0621-2806E11D7AD5}"/>
              </a:ext>
            </a:extLst>
          </p:cNvPr>
          <p:cNvGrpSpPr>
            <a:grpSpLocks/>
          </p:cNvGrpSpPr>
          <p:nvPr/>
        </p:nvGrpSpPr>
        <p:grpSpPr bwMode="auto">
          <a:xfrm>
            <a:off x="7435796" y="5109210"/>
            <a:ext cx="3674163" cy="914400"/>
            <a:chOff x="2064" y="3168"/>
            <a:chExt cx="2448" cy="576"/>
          </a:xfrm>
        </p:grpSpPr>
        <p:sp>
          <p:nvSpPr>
            <p:cNvPr id="36" name="Rectangle 35">
              <a:extLst>
                <a:ext uri="{FF2B5EF4-FFF2-40B4-BE49-F238E27FC236}">
                  <a16:creationId xmlns:a16="http://schemas.microsoft.com/office/drawing/2014/main" id="{DDC9E222-E6DD-9DC1-216D-E81CE9C27EA9}"/>
                </a:ext>
              </a:extLst>
            </p:cNvPr>
            <p:cNvSpPr>
              <a:spLocks noChangeArrowheads="1"/>
            </p:cNvSpPr>
            <p:nvPr/>
          </p:nvSpPr>
          <p:spPr bwMode="auto">
            <a:xfrm>
              <a:off x="2064" y="3168"/>
              <a:ext cx="144" cy="576"/>
            </a:xfrm>
            <a:prstGeom prst="rect">
              <a:avLst/>
            </a:prstGeom>
            <a:solidFill>
              <a:srgbClr val="FF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7" name="Rectangle 36">
              <a:extLst>
                <a:ext uri="{FF2B5EF4-FFF2-40B4-BE49-F238E27FC236}">
                  <a16:creationId xmlns:a16="http://schemas.microsoft.com/office/drawing/2014/main" id="{5E95E3A0-784A-B324-B0D2-B549C2D52C5F}"/>
                </a:ext>
              </a:extLst>
            </p:cNvPr>
            <p:cNvSpPr>
              <a:spLocks noChangeArrowheads="1"/>
            </p:cNvSpPr>
            <p:nvPr/>
          </p:nvSpPr>
          <p:spPr bwMode="auto">
            <a:xfrm>
              <a:off x="2640" y="3168"/>
              <a:ext cx="144" cy="576"/>
            </a:xfrm>
            <a:prstGeom prst="rect">
              <a:avLst/>
            </a:prstGeom>
            <a:solidFill>
              <a:srgbClr val="FF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8" name="Rectangle 37">
              <a:extLst>
                <a:ext uri="{FF2B5EF4-FFF2-40B4-BE49-F238E27FC236}">
                  <a16:creationId xmlns:a16="http://schemas.microsoft.com/office/drawing/2014/main" id="{D58AA838-D818-6518-FB52-44E7DE5E63FF}"/>
                </a:ext>
              </a:extLst>
            </p:cNvPr>
            <p:cNvSpPr>
              <a:spLocks noChangeArrowheads="1"/>
            </p:cNvSpPr>
            <p:nvPr/>
          </p:nvSpPr>
          <p:spPr bwMode="auto">
            <a:xfrm>
              <a:off x="3216" y="3168"/>
              <a:ext cx="144" cy="576"/>
            </a:xfrm>
            <a:prstGeom prst="rect">
              <a:avLst/>
            </a:prstGeom>
            <a:solidFill>
              <a:srgbClr val="FF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9" name="Rectangle 38">
              <a:extLst>
                <a:ext uri="{FF2B5EF4-FFF2-40B4-BE49-F238E27FC236}">
                  <a16:creationId xmlns:a16="http://schemas.microsoft.com/office/drawing/2014/main" id="{CDE45603-D583-EC8E-EB4F-8455B8C2F4E5}"/>
                </a:ext>
              </a:extLst>
            </p:cNvPr>
            <p:cNvSpPr>
              <a:spLocks noChangeArrowheads="1"/>
            </p:cNvSpPr>
            <p:nvPr/>
          </p:nvSpPr>
          <p:spPr bwMode="auto">
            <a:xfrm>
              <a:off x="3792" y="3168"/>
              <a:ext cx="144" cy="576"/>
            </a:xfrm>
            <a:prstGeom prst="rect">
              <a:avLst/>
            </a:prstGeom>
            <a:solidFill>
              <a:srgbClr val="FF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0" name="Rectangle 39">
              <a:extLst>
                <a:ext uri="{FF2B5EF4-FFF2-40B4-BE49-F238E27FC236}">
                  <a16:creationId xmlns:a16="http://schemas.microsoft.com/office/drawing/2014/main" id="{B7F3552F-D2F8-BA9D-5A8D-C88D69A1E88E}"/>
                </a:ext>
              </a:extLst>
            </p:cNvPr>
            <p:cNvSpPr>
              <a:spLocks noChangeArrowheads="1"/>
            </p:cNvSpPr>
            <p:nvPr/>
          </p:nvSpPr>
          <p:spPr bwMode="auto">
            <a:xfrm>
              <a:off x="4368" y="3168"/>
              <a:ext cx="144" cy="576"/>
            </a:xfrm>
            <a:prstGeom prst="rect">
              <a:avLst/>
            </a:prstGeom>
            <a:solidFill>
              <a:srgbClr val="FF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41" name="Group 40">
            <a:extLst>
              <a:ext uri="{FF2B5EF4-FFF2-40B4-BE49-F238E27FC236}">
                <a16:creationId xmlns:a16="http://schemas.microsoft.com/office/drawing/2014/main" id="{AD2DAA19-0AF5-77B8-15B1-509A98174ABB}"/>
              </a:ext>
            </a:extLst>
          </p:cNvPr>
          <p:cNvGrpSpPr>
            <a:grpSpLocks/>
          </p:cNvGrpSpPr>
          <p:nvPr/>
        </p:nvGrpSpPr>
        <p:grpSpPr bwMode="auto">
          <a:xfrm>
            <a:off x="7664396" y="5109210"/>
            <a:ext cx="3674163" cy="914400"/>
            <a:chOff x="2208" y="3168"/>
            <a:chExt cx="2448" cy="576"/>
          </a:xfrm>
        </p:grpSpPr>
        <p:sp>
          <p:nvSpPr>
            <p:cNvPr id="42" name="Rectangle 41">
              <a:extLst>
                <a:ext uri="{FF2B5EF4-FFF2-40B4-BE49-F238E27FC236}">
                  <a16:creationId xmlns:a16="http://schemas.microsoft.com/office/drawing/2014/main" id="{1234E29D-3B05-D085-5975-70F78E8262E1}"/>
                </a:ext>
              </a:extLst>
            </p:cNvPr>
            <p:cNvSpPr>
              <a:spLocks noChangeArrowheads="1"/>
            </p:cNvSpPr>
            <p:nvPr/>
          </p:nvSpPr>
          <p:spPr bwMode="auto">
            <a:xfrm>
              <a:off x="2208" y="3168"/>
              <a:ext cx="144" cy="576"/>
            </a:xfrm>
            <a:prstGeom prst="rect">
              <a:avLst/>
            </a:prstGeom>
            <a:solidFill>
              <a:srgbClr val="FF00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3" name="Rectangle 42">
              <a:extLst>
                <a:ext uri="{FF2B5EF4-FFF2-40B4-BE49-F238E27FC236}">
                  <a16:creationId xmlns:a16="http://schemas.microsoft.com/office/drawing/2014/main" id="{00B383E8-F5F4-2732-2C9A-06C5186C4F45}"/>
                </a:ext>
              </a:extLst>
            </p:cNvPr>
            <p:cNvSpPr>
              <a:spLocks noChangeArrowheads="1"/>
            </p:cNvSpPr>
            <p:nvPr/>
          </p:nvSpPr>
          <p:spPr bwMode="auto">
            <a:xfrm>
              <a:off x="2784" y="3168"/>
              <a:ext cx="144" cy="576"/>
            </a:xfrm>
            <a:prstGeom prst="rect">
              <a:avLst/>
            </a:prstGeom>
            <a:solidFill>
              <a:srgbClr val="FF00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4" name="Rectangle 43">
              <a:extLst>
                <a:ext uri="{FF2B5EF4-FFF2-40B4-BE49-F238E27FC236}">
                  <a16:creationId xmlns:a16="http://schemas.microsoft.com/office/drawing/2014/main" id="{75AE5D8C-1F06-2642-B30A-DC518E204998}"/>
                </a:ext>
              </a:extLst>
            </p:cNvPr>
            <p:cNvSpPr>
              <a:spLocks noChangeArrowheads="1"/>
            </p:cNvSpPr>
            <p:nvPr/>
          </p:nvSpPr>
          <p:spPr bwMode="auto">
            <a:xfrm>
              <a:off x="3360" y="3168"/>
              <a:ext cx="144" cy="576"/>
            </a:xfrm>
            <a:prstGeom prst="rect">
              <a:avLst/>
            </a:prstGeom>
            <a:solidFill>
              <a:srgbClr val="FF00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5" name="Rectangle 44">
              <a:extLst>
                <a:ext uri="{FF2B5EF4-FFF2-40B4-BE49-F238E27FC236}">
                  <a16:creationId xmlns:a16="http://schemas.microsoft.com/office/drawing/2014/main" id="{116190C4-37AE-0752-50DF-FB39F2E25929}"/>
                </a:ext>
              </a:extLst>
            </p:cNvPr>
            <p:cNvSpPr>
              <a:spLocks noChangeArrowheads="1"/>
            </p:cNvSpPr>
            <p:nvPr/>
          </p:nvSpPr>
          <p:spPr bwMode="auto">
            <a:xfrm>
              <a:off x="3936" y="3168"/>
              <a:ext cx="144" cy="576"/>
            </a:xfrm>
            <a:prstGeom prst="rect">
              <a:avLst/>
            </a:prstGeom>
            <a:solidFill>
              <a:srgbClr val="FF00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6" name="Rectangle 45">
              <a:extLst>
                <a:ext uri="{FF2B5EF4-FFF2-40B4-BE49-F238E27FC236}">
                  <a16:creationId xmlns:a16="http://schemas.microsoft.com/office/drawing/2014/main" id="{55F1289A-6072-6EEF-ECF8-1F3312371EB1}"/>
                </a:ext>
              </a:extLst>
            </p:cNvPr>
            <p:cNvSpPr>
              <a:spLocks noChangeArrowheads="1"/>
            </p:cNvSpPr>
            <p:nvPr/>
          </p:nvSpPr>
          <p:spPr bwMode="auto">
            <a:xfrm>
              <a:off x="4512" y="3168"/>
              <a:ext cx="144" cy="576"/>
            </a:xfrm>
            <a:prstGeom prst="rect">
              <a:avLst/>
            </a:prstGeom>
            <a:solidFill>
              <a:srgbClr val="FF00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47" name="Group 46">
            <a:extLst>
              <a:ext uri="{FF2B5EF4-FFF2-40B4-BE49-F238E27FC236}">
                <a16:creationId xmlns:a16="http://schemas.microsoft.com/office/drawing/2014/main" id="{2B6215CE-3CBC-8D37-082A-7935684888A2}"/>
              </a:ext>
            </a:extLst>
          </p:cNvPr>
          <p:cNvGrpSpPr>
            <a:grpSpLocks/>
          </p:cNvGrpSpPr>
          <p:nvPr/>
        </p:nvGrpSpPr>
        <p:grpSpPr bwMode="auto">
          <a:xfrm>
            <a:off x="7016014" y="2823210"/>
            <a:ext cx="4322545" cy="457200"/>
            <a:chOff x="1776" y="1728"/>
            <a:chExt cx="2880" cy="288"/>
          </a:xfrm>
        </p:grpSpPr>
        <p:sp>
          <p:nvSpPr>
            <p:cNvPr id="48" name="Line 47">
              <a:extLst>
                <a:ext uri="{FF2B5EF4-FFF2-40B4-BE49-F238E27FC236}">
                  <a16:creationId xmlns:a16="http://schemas.microsoft.com/office/drawing/2014/main" id="{38D57AF0-4FA5-C379-0623-EDC5A594D86B}"/>
                </a:ext>
              </a:extLst>
            </p:cNvPr>
            <p:cNvSpPr>
              <a:spLocks noChangeShapeType="1"/>
            </p:cNvSpPr>
            <p:nvPr/>
          </p:nvSpPr>
          <p:spPr bwMode="auto">
            <a:xfrm flipV="1">
              <a:off x="1776" y="1728"/>
              <a:ext cx="28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48">
              <a:extLst>
                <a:ext uri="{FF2B5EF4-FFF2-40B4-BE49-F238E27FC236}">
                  <a16:creationId xmlns:a16="http://schemas.microsoft.com/office/drawing/2014/main" id="{E4C56B22-C043-9258-1ABA-E996F52D8392}"/>
                </a:ext>
              </a:extLst>
            </p:cNvPr>
            <p:cNvSpPr>
              <a:spLocks noChangeShapeType="1"/>
            </p:cNvSpPr>
            <p:nvPr/>
          </p:nvSpPr>
          <p:spPr bwMode="auto">
            <a:xfrm flipV="1">
              <a:off x="1776" y="1872"/>
              <a:ext cx="28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 name="Line 49">
              <a:extLst>
                <a:ext uri="{FF2B5EF4-FFF2-40B4-BE49-F238E27FC236}">
                  <a16:creationId xmlns:a16="http://schemas.microsoft.com/office/drawing/2014/main" id="{7EA7D20C-7C86-4AB2-158B-AFC14AB8990B}"/>
                </a:ext>
              </a:extLst>
            </p:cNvPr>
            <p:cNvSpPr>
              <a:spLocks noChangeShapeType="1"/>
            </p:cNvSpPr>
            <p:nvPr/>
          </p:nvSpPr>
          <p:spPr bwMode="auto">
            <a:xfrm flipV="1">
              <a:off x="1776" y="2016"/>
              <a:ext cx="28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 name="Group 50">
            <a:extLst>
              <a:ext uri="{FF2B5EF4-FFF2-40B4-BE49-F238E27FC236}">
                <a16:creationId xmlns:a16="http://schemas.microsoft.com/office/drawing/2014/main" id="{F5FF12B8-5A10-A884-9D46-C711C81BD2DB}"/>
              </a:ext>
            </a:extLst>
          </p:cNvPr>
          <p:cNvGrpSpPr>
            <a:grpSpLocks/>
          </p:cNvGrpSpPr>
          <p:nvPr/>
        </p:nvGrpSpPr>
        <p:grpSpPr bwMode="auto">
          <a:xfrm>
            <a:off x="7219668" y="5109210"/>
            <a:ext cx="3890291" cy="914400"/>
            <a:chOff x="1920" y="3168"/>
            <a:chExt cx="2592" cy="576"/>
          </a:xfrm>
        </p:grpSpPr>
        <p:sp>
          <p:nvSpPr>
            <p:cNvPr id="52" name="Line 51">
              <a:extLst>
                <a:ext uri="{FF2B5EF4-FFF2-40B4-BE49-F238E27FC236}">
                  <a16:creationId xmlns:a16="http://schemas.microsoft.com/office/drawing/2014/main" id="{031DC805-8003-14C9-87D6-00271671CD62}"/>
                </a:ext>
              </a:extLst>
            </p:cNvPr>
            <p:cNvSpPr>
              <a:spLocks noChangeShapeType="1"/>
            </p:cNvSpPr>
            <p:nvPr/>
          </p:nvSpPr>
          <p:spPr bwMode="auto">
            <a:xfrm>
              <a:off x="1920"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52">
              <a:extLst>
                <a:ext uri="{FF2B5EF4-FFF2-40B4-BE49-F238E27FC236}">
                  <a16:creationId xmlns:a16="http://schemas.microsoft.com/office/drawing/2014/main" id="{3058C0AF-9530-025A-2592-5BE1A11890A3}"/>
                </a:ext>
              </a:extLst>
            </p:cNvPr>
            <p:cNvSpPr>
              <a:spLocks noChangeShapeType="1"/>
            </p:cNvSpPr>
            <p:nvPr/>
          </p:nvSpPr>
          <p:spPr bwMode="auto">
            <a:xfrm>
              <a:off x="2064"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53">
              <a:extLst>
                <a:ext uri="{FF2B5EF4-FFF2-40B4-BE49-F238E27FC236}">
                  <a16:creationId xmlns:a16="http://schemas.microsoft.com/office/drawing/2014/main" id="{075F63B8-423B-2B6E-2B86-AB0CA3F09C33}"/>
                </a:ext>
              </a:extLst>
            </p:cNvPr>
            <p:cNvSpPr>
              <a:spLocks noChangeShapeType="1"/>
            </p:cNvSpPr>
            <p:nvPr/>
          </p:nvSpPr>
          <p:spPr bwMode="auto">
            <a:xfrm>
              <a:off x="2208"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54">
              <a:extLst>
                <a:ext uri="{FF2B5EF4-FFF2-40B4-BE49-F238E27FC236}">
                  <a16:creationId xmlns:a16="http://schemas.microsoft.com/office/drawing/2014/main" id="{5F968D58-3FCF-1ACB-F426-1346B90AC4E7}"/>
                </a:ext>
              </a:extLst>
            </p:cNvPr>
            <p:cNvSpPr>
              <a:spLocks noChangeShapeType="1"/>
            </p:cNvSpPr>
            <p:nvPr/>
          </p:nvSpPr>
          <p:spPr bwMode="auto">
            <a:xfrm>
              <a:off x="2352"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55">
              <a:extLst>
                <a:ext uri="{FF2B5EF4-FFF2-40B4-BE49-F238E27FC236}">
                  <a16:creationId xmlns:a16="http://schemas.microsoft.com/office/drawing/2014/main" id="{74B88260-C76A-070B-88D4-86E3DB1AB61D}"/>
                </a:ext>
              </a:extLst>
            </p:cNvPr>
            <p:cNvSpPr>
              <a:spLocks noChangeShapeType="1"/>
            </p:cNvSpPr>
            <p:nvPr/>
          </p:nvSpPr>
          <p:spPr bwMode="auto">
            <a:xfrm>
              <a:off x="2496"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56">
              <a:extLst>
                <a:ext uri="{FF2B5EF4-FFF2-40B4-BE49-F238E27FC236}">
                  <a16:creationId xmlns:a16="http://schemas.microsoft.com/office/drawing/2014/main" id="{77EE0873-92FC-545A-B7C3-D116115C3E32}"/>
                </a:ext>
              </a:extLst>
            </p:cNvPr>
            <p:cNvSpPr>
              <a:spLocks noChangeShapeType="1"/>
            </p:cNvSpPr>
            <p:nvPr/>
          </p:nvSpPr>
          <p:spPr bwMode="auto">
            <a:xfrm>
              <a:off x="2640"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 name="Line 57">
              <a:extLst>
                <a:ext uri="{FF2B5EF4-FFF2-40B4-BE49-F238E27FC236}">
                  <a16:creationId xmlns:a16="http://schemas.microsoft.com/office/drawing/2014/main" id="{753C7D6F-9B0C-7147-1FBA-206DA0008A1C}"/>
                </a:ext>
              </a:extLst>
            </p:cNvPr>
            <p:cNvSpPr>
              <a:spLocks noChangeShapeType="1"/>
            </p:cNvSpPr>
            <p:nvPr/>
          </p:nvSpPr>
          <p:spPr bwMode="auto">
            <a:xfrm>
              <a:off x="2784"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Line 58">
              <a:extLst>
                <a:ext uri="{FF2B5EF4-FFF2-40B4-BE49-F238E27FC236}">
                  <a16:creationId xmlns:a16="http://schemas.microsoft.com/office/drawing/2014/main" id="{4D6A10A6-8483-BEEA-672A-DB42646B3865}"/>
                </a:ext>
              </a:extLst>
            </p:cNvPr>
            <p:cNvSpPr>
              <a:spLocks noChangeShapeType="1"/>
            </p:cNvSpPr>
            <p:nvPr/>
          </p:nvSpPr>
          <p:spPr bwMode="auto">
            <a:xfrm>
              <a:off x="2928"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59">
              <a:extLst>
                <a:ext uri="{FF2B5EF4-FFF2-40B4-BE49-F238E27FC236}">
                  <a16:creationId xmlns:a16="http://schemas.microsoft.com/office/drawing/2014/main" id="{F37F41E8-EDF0-701F-115E-94F0E7D56429}"/>
                </a:ext>
              </a:extLst>
            </p:cNvPr>
            <p:cNvSpPr>
              <a:spLocks noChangeShapeType="1"/>
            </p:cNvSpPr>
            <p:nvPr/>
          </p:nvSpPr>
          <p:spPr bwMode="auto">
            <a:xfrm>
              <a:off x="3072"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Line 60">
              <a:extLst>
                <a:ext uri="{FF2B5EF4-FFF2-40B4-BE49-F238E27FC236}">
                  <a16:creationId xmlns:a16="http://schemas.microsoft.com/office/drawing/2014/main" id="{12080250-8920-D81D-5AE7-223B3344F046}"/>
                </a:ext>
              </a:extLst>
            </p:cNvPr>
            <p:cNvSpPr>
              <a:spLocks noChangeShapeType="1"/>
            </p:cNvSpPr>
            <p:nvPr/>
          </p:nvSpPr>
          <p:spPr bwMode="auto">
            <a:xfrm>
              <a:off x="3216"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61">
              <a:extLst>
                <a:ext uri="{FF2B5EF4-FFF2-40B4-BE49-F238E27FC236}">
                  <a16:creationId xmlns:a16="http://schemas.microsoft.com/office/drawing/2014/main" id="{A001F0B2-BF80-C6AD-E1A7-631A73B14D17}"/>
                </a:ext>
              </a:extLst>
            </p:cNvPr>
            <p:cNvSpPr>
              <a:spLocks noChangeShapeType="1"/>
            </p:cNvSpPr>
            <p:nvPr/>
          </p:nvSpPr>
          <p:spPr bwMode="auto">
            <a:xfrm>
              <a:off x="3360"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62">
              <a:extLst>
                <a:ext uri="{FF2B5EF4-FFF2-40B4-BE49-F238E27FC236}">
                  <a16:creationId xmlns:a16="http://schemas.microsoft.com/office/drawing/2014/main" id="{7BB0472B-E077-0AD6-A982-BC1621BAD8F4}"/>
                </a:ext>
              </a:extLst>
            </p:cNvPr>
            <p:cNvSpPr>
              <a:spLocks noChangeShapeType="1"/>
            </p:cNvSpPr>
            <p:nvPr/>
          </p:nvSpPr>
          <p:spPr bwMode="auto">
            <a:xfrm>
              <a:off x="3504"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63">
              <a:extLst>
                <a:ext uri="{FF2B5EF4-FFF2-40B4-BE49-F238E27FC236}">
                  <a16:creationId xmlns:a16="http://schemas.microsoft.com/office/drawing/2014/main" id="{28C8784A-3460-EE0D-1DFF-0B0AEAD7F158}"/>
                </a:ext>
              </a:extLst>
            </p:cNvPr>
            <p:cNvSpPr>
              <a:spLocks noChangeShapeType="1"/>
            </p:cNvSpPr>
            <p:nvPr/>
          </p:nvSpPr>
          <p:spPr bwMode="auto">
            <a:xfrm>
              <a:off x="3648"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64">
              <a:extLst>
                <a:ext uri="{FF2B5EF4-FFF2-40B4-BE49-F238E27FC236}">
                  <a16:creationId xmlns:a16="http://schemas.microsoft.com/office/drawing/2014/main" id="{92AA91E5-F806-B75E-27DA-0501423A11AF}"/>
                </a:ext>
              </a:extLst>
            </p:cNvPr>
            <p:cNvSpPr>
              <a:spLocks noChangeShapeType="1"/>
            </p:cNvSpPr>
            <p:nvPr/>
          </p:nvSpPr>
          <p:spPr bwMode="auto">
            <a:xfrm>
              <a:off x="3792"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65">
              <a:extLst>
                <a:ext uri="{FF2B5EF4-FFF2-40B4-BE49-F238E27FC236}">
                  <a16:creationId xmlns:a16="http://schemas.microsoft.com/office/drawing/2014/main" id="{2C8B8D0D-124C-6700-8302-2FF321841F84}"/>
                </a:ext>
              </a:extLst>
            </p:cNvPr>
            <p:cNvSpPr>
              <a:spLocks noChangeShapeType="1"/>
            </p:cNvSpPr>
            <p:nvPr/>
          </p:nvSpPr>
          <p:spPr bwMode="auto">
            <a:xfrm>
              <a:off x="3936"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66">
              <a:extLst>
                <a:ext uri="{FF2B5EF4-FFF2-40B4-BE49-F238E27FC236}">
                  <a16:creationId xmlns:a16="http://schemas.microsoft.com/office/drawing/2014/main" id="{6400E668-9B5B-AE1E-9B85-E12A2BD93F6D}"/>
                </a:ext>
              </a:extLst>
            </p:cNvPr>
            <p:cNvSpPr>
              <a:spLocks noChangeShapeType="1"/>
            </p:cNvSpPr>
            <p:nvPr/>
          </p:nvSpPr>
          <p:spPr bwMode="auto">
            <a:xfrm>
              <a:off x="4080"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67">
              <a:extLst>
                <a:ext uri="{FF2B5EF4-FFF2-40B4-BE49-F238E27FC236}">
                  <a16:creationId xmlns:a16="http://schemas.microsoft.com/office/drawing/2014/main" id="{E8A7DA92-5AA1-FD9A-33D1-C7F3589D1964}"/>
                </a:ext>
              </a:extLst>
            </p:cNvPr>
            <p:cNvSpPr>
              <a:spLocks noChangeShapeType="1"/>
            </p:cNvSpPr>
            <p:nvPr/>
          </p:nvSpPr>
          <p:spPr bwMode="auto">
            <a:xfrm>
              <a:off x="4224"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68">
              <a:extLst>
                <a:ext uri="{FF2B5EF4-FFF2-40B4-BE49-F238E27FC236}">
                  <a16:creationId xmlns:a16="http://schemas.microsoft.com/office/drawing/2014/main" id="{EC06B569-3FBF-DA6F-4148-0ADB12CC44AE}"/>
                </a:ext>
              </a:extLst>
            </p:cNvPr>
            <p:cNvSpPr>
              <a:spLocks noChangeShapeType="1"/>
            </p:cNvSpPr>
            <p:nvPr/>
          </p:nvSpPr>
          <p:spPr bwMode="auto">
            <a:xfrm>
              <a:off x="4368"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69">
              <a:extLst>
                <a:ext uri="{FF2B5EF4-FFF2-40B4-BE49-F238E27FC236}">
                  <a16:creationId xmlns:a16="http://schemas.microsoft.com/office/drawing/2014/main" id="{F65BF29D-8426-D00D-FDA8-7F4A35FDD200}"/>
                </a:ext>
              </a:extLst>
            </p:cNvPr>
            <p:cNvSpPr>
              <a:spLocks noChangeShapeType="1"/>
            </p:cNvSpPr>
            <p:nvPr/>
          </p:nvSpPr>
          <p:spPr bwMode="auto">
            <a:xfrm>
              <a:off x="4512" y="316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1" name="Group 70">
            <a:extLst>
              <a:ext uri="{FF2B5EF4-FFF2-40B4-BE49-F238E27FC236}">
                <a16:creationId xmlns:a16="http://schemas.microsoft.com/office/drawing/2014/main" id="{1EE36919-05B1-04AA-B510-B57BFD54EDD1}"/>
              </a:ext>
            </a:extLst>
          </p:cNvPr>
          <p:cNvGrpSpPr>
            <a:grpSpLocks/>
          </p:cNvGrpSpPr>
          <p:nvPr/>
        </p:nvGrpSpPr>
        <p:grpSpPr bwMode="auto">
          <a:xfrm>
            <a:off x="7016014" y="2708910"/>
            <a:ext cx="4322545" cy="685800"/>
            <a:chOff x="1776" y="1656"/>
            <a:chExt cx="2880" cy="432"/>
          </a:xfrm>
        </p:grpSpPr>
        <p:sp>
          <p:nvSpPr>
            <p:cNvPr id="72" name="Line 71">
              <a:extLst>
                <a:ext uri="{FF2B5EF4-FFF2-40B4-BE49-F238E27FC236}">
                  <a16:creationId xmlns:a16="http://schemas.microsoft.com/office/drawing/2014/main" id="{18373E2E-480D-658C-9099-0AF5514C7907}"/>
                </a:ext>
              </a:extLst>
            </p:cNvPr>
            <p:cNvSpPr>
              <a:spLocks noChangeShapeType="1"/>
            </p:cNvSpPr>
            <p:nvPr/>
          </p:nvSpPr>
          <p:spPr bwMode="auto">
            <a:xfrm>
              <a:off x="1776" y="1656"/>
              <a:ext cx="288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72">
              <a:extLst>
                <a:ext uri="{FF2B5EF4-FFF2-40B4-BE49-F238E27FC236}">
                  <a16:creationId xmlns:a16="http://schemas.microsoft.com/office/drawing/2014/main" id="{E5579365-4785-14C5-2633-0BDE54514059}"/>
                </a:ext>
              </a:extLst>
            </p:cNvPr>
            <p:cNvSpPr>
              <a:spLocks noChangeShapeType="1"/>
            </p:cNvSpPr>
            <p:nvPr/>
          </p:nvSpPr>
          <p:spPr bwMode="auto">
            <a:xfrm>
              <a:off x="1776" y="1800"/>
              <a:ext cx="288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73">
              <a:extLst>
                <a:ext uri="{FF2B5EF4-FFF2-40B4-BE49-F238E27FC236}">
                  <a16:creationId xmlns:a16="http://schemas.microsoft.com/office/drawing/2014/main" id="{AC4F0B21-4F17-A59B-1034-2A0D1D48B0A6}"/>
                </a:ext>
              </a:extLst>
            </p:cNvPr>
            <p:cNvSpPr>
              <a:spLocks noChangeShapeType="1"/>
            </p:cNvSpPr>
            <p:nvPr/>
          </p:nvSpPr>
          <p:spPr bwMode="auto">
            <a:xfrm>
              <a:off x="1776" y="1944"/>
              <a:ext cx="288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74">
              <a:extLst>
                <a:ext uri="{FF2B5EF4-FFF2-40B4-BE49-F238E27FC236}">
                  <a16:creationId xmlns:a16="http://schemas.microsoft.com/office/drawing/2014/main" id="{D59E2234-E7FB-CA36-8BB2-BAA0EA731DB2}"/>
                </a:ext>
              </a:extLst>
            </p:cNvPr>
            <p:cNvSpPr>
              <a:spLocks noChangeShapeType="1"/>
            </p:cNvSpPr>
            <p:nvPr/>
          </p:nvSpPr>
          <p:spPr bwMode="auto">
            <a:xfrm>
              <a:off x="1776" y="2088"/>
              <a:ext cx="288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6" name="Group 75">
            <a:extLst>
              <a:ext uri="{FF2B5EF4-FFF2-40B4-BE49-F238E27FC236}">
                <a16:creationId xmlns:a16="http://schemas.microsoft.com/office/drawing/2014/main" id="{B28A5427-5F39-FEC4-DE8A-01F88B585F99}"/>
              </a:ext>
            </a:extLst>
          </p:cNvPr>
          <p:cNvGrpSpPr>
            <a:grpSpLocks/>
          </p:cNvGrpSpPr>
          <p:nvPr/>
        </p:nvGrpSpPr>
        <p:grpSpPr bwMode="auto">
          <a:xfrm>
            <a:off x="7117842" y="5109210"/>
            <a:ext cx="4106418" cy="914400"/>
            <a:chOff x="1848" y="3168"/>
            <a:chExt cx="2736" cy="576"/>
          </a:xfrm>
        </p:grpSpPr>
        <p:sp>
          <p:nvSpPr>
            <p:cNvPr id="77" name="Line 76">
              <a:extLst>
                <a:ext uri="{FF2B5EF4-FFF2-40B4-BE49-F238E27FC236}">
                  <a16:creationId xmlns:a16="http://schemas.microsoft.com/office/drawing/2014/main" id="{40B05271-3494-B7A2-D169-D4AFADA9A3C2}"/>
                </a:ext>
              </a:extLst>
            </p:cNvPr>
            <p:cNvSpPr>
              <a:spLocks noChangeShapeType="1"/>
            </p:cNvSpPr>
            <p:nvPr/>
          </p:nvSpPr>
          <p:spPr bwMode="auto">
            <a:xfrm>
              <a:off x="1848"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77">
              <a:extLst>
                <a:ext uri="{FF2B5EF4-FFF2-40B4-BE49-F238E27FC236}">
                  <a16:creationId xmlns:a16="http://schemas.microsoft.com/office/drawing/2014/main" id="{A70049B4-9348-7B4C-2E73-6D8F73A5A9AF}"/>
                </a:ext>
              </a:extLst>
            </p:cNvPr>
            <p:cNvSpPr>
              <a:spLocks noChangeShapeType="1"/>
            </p:cNvSpPr>
            <p:nvPr/>
          </p:nvSpPr>
          <p:spPr bwMode="auto">
            <a:xfrm>
              <a:off x="1992"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78">
              <a:extLst>
                <a:ext uri="{FF2B5EF4-FFF2-40B4-BE49-F238E27FC236}">
                  <a16:creationId xmlns:a16="http://schemas.microsoft.com/office/drawing/2014/main" id="{AE4F2F6E-1E7B-77AB-C578-7DBC7097AC5E}"/>
                </a:ext>
              </a:extLst>
            </p:cNvPr>
            <p:cNvSpPr>
              <a:spLocks noChangeShapeType="1"/>
            </p:cNvSpPr>
            <p:nvPr/>
          </p:nvSpPr>
          <p:spPr bwMode="auto">
            <a:xfrm>
              <a:off x="2136"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79">
              <a:extLst>
                <a:ext uri="{FF2B5EF4-FFF2-40B4-BE49-F238E27FC236}">
                  <a16:creationId xmlns:a16="http://schemas.microsoft.com/office/drawing/2014/main" id="{7FDE81B2-A661-F858-1997-BAC06DBD53BC}"/>
                </a:ext>
              </a:extLst>
            </p:cNvPr>
            <p:cNvSpPr>
              <a:spLocks noChangeShapeType="1"/>
            </p:cNvSpPr>
            <p:nvPr/>
          </p:nvSpPr>
          <p:spPr bwMode="auto">
            <a:xfrm>
              <a:off x="2280"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80">
              <a:extLst>
                <a:ext uri="{FF2B5EF4-FFF2-40B4-BE49-F238E27FC236}">
                  <a16:creationId xmlns:a16="http://schemas.microsoft.com/office/drawing/2014/main" id="{6BB00B22-CA43-5BD8-7448-9517FC4911F6}"/>
                </a:ext>
              </a:extLst>
            </p:cNvPr>
            <p:cNvSpPr>
              <a:spLocks noChangeShapeType="1"/>
            </p:cNvSpPr>
            <p:nvPr/>
          </p:nvSpPr>
          <p:spPr bwMode="auto">
            <a:xfrm>
              <a:off x="2424"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Line 81">
              <a:extLst>
                <a:ext uri="{FF2B5EF4-FFF2-40B4-BE49-F238E27FC236}">
                  <a16:creationId xmlns:a16="http://schemas.microsoft.com/office/drawing/2014/main" id="{05913720-4B6C-4A3E-3A61-93EDA02D8D36}"/>
                </a:ext>
              </a:extLst>
            </p:cNvPr>
            <p:cNvSpPr>
              <a:spLocks noChangeShapeType="1"/>
            </p:cNvSpPr>
            <p:nvPr/>
          </p:nvSpPr>
          <p:spPr bwMode="auto">
            <a:xfrm>
              <a:off x="2568"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3" name="Line 82">
              <a:extLst>
                <a:ext uri="{FF2B5EF4-FFF2-40B4-BE49-F238E27FC236}">
                  <a16:creationId xmlns:a16="http://schemas.microsoft.com/office/drawing/2014/main" id="{CD9BDB35-165A-FF94-8157-A060230EA1F0}"/>
                </a:ext>
              </a:extLst>
            </p:cNvPr>
            <p:cNvSpPr>
              <a:spLocks noChangeShapeType="1"/>
            </p:cNvSpPr>
            <p:nvPr/>
          </p:nvSpPr>
          <p:spPr bwMode="auto">
            <a:xfrm>
              <a:off x="2712"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Line 83">
              <a:extLst>
                <a:ext uri="{FF2B5EF4-FFF2-40B4-BE49-F238E27FC236}">
                  <a16:creationId xmlns:a16="http://schemas.microsoft.com/office/drawing/2014/main" id="{CBF6365D-4992-2E18-FDD3-275DEE56978C}"/>
                </a:ext>
              </a:extLst>
            </p:cNvPr>
            <p:cNvSpPr>
              <a:spLocks noChangeShapeType="1"/>
            </p:cNvSpPr>
            <p:nvPr/>
          </p:nvSpPr>
          <p:spPr bwMode="auto">
            <a:xfrm>
              <a:off x="2856"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5" name="Line 84">
              <a:extLst>
                <a:ext uri="{FF2B5EF4-FFF2-40B4-BE49-F238E27FC236}">
                  <a16:creationId xmlns:a16="http://schemas.microsoft.com/office/drawing/2014/main" id="{29B31353-0F44-7F95-B9E2-45F5BB9FAE9A}"/>
                </a:ext>
              </a:extLst>
            </p:cNvPr>
            <p:cNvSpPr>
              <a:spLocks noChangeShapeType="1"/>
            </p:cNvSpPr>
            <p:nvPr/>
          </p:nvSpPr>
          <p:spPr bwMode="auto">
            <a:xfrm>
              <a:off x="3000"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6" name="Line 85">
              <a:extLst>
                <a:ext uri="{FF2B5EF4-FFF2-40B4-BE49-F238E27FC236}">
                  <a16:creationId xmlns:a16="http://schemas.microsoft.com/office/drawing/2014/main" id="{DF92CC4C-AB3E-249C-55F6-009B3E9AB5C7}"/>
                </a:ext>
              </a:extLst>
            </p:cNvPr>
            <p:cNvSpPr>
              <a:spLocks noChangeShapeType="1"/>
            </p:cNvSpPr>
            <p:nvPr/>
          </p:nvSpPr>
          <p:spPr bwMode="auto">
            <a:xfrm>
              <a:off x="3144"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7" name="Line 86">
              <a:extLst>
                <a:ext uri="{FF2B5EF4-FFF2-40B4-BE49-F238E27FC236}">
                  <a16:creationId xmlns:a16="http://schemas.microsoft.com/office/drawing/2014/main" id="{8CC86F0A-397E-3843-7C22-9D85F2860D7E}"/>
                </a:ext>
              </a:extLst>
            </p:cNvPr>
            <p:cNvSpPr>
              <a:spLocks noChangeShapeType="1"/>
            </p:cNvSpPr>
            <p:nvPr/>
          </p:nvSpPr>
          <p:spPr bwMode="auto">
            <a:xfrm>
              <a:off x="3288"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8" name="Line 87">
              <a:extLst>
                <a:ext uri="{FF2B5EF4-FFF2-40B4-BE49-F238E27FC236}">
                  <a16:creationId xmlns:a16="http://schemas.microsoft.com/office/drawing/2014/main" id="{F8041443-ABAF-6E19-F514-7E8019D452EF}"/>
                </a:ext>
              </a:extLst>
            </p:cNvPr>
            <p:cNvSpPr>
              <a:spLocks noChangeShapeType="1"/>
            </p:cNvSpPr>
            <p:nvPr/>
          </p:nvSpPr>
          <p:spPr bwMode="auto">
            <a:xfrm>
              <a:off x="3432"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 name="Line 88">
              <a:extLst>
                <a:ext uri="{FF2B5EF4-FFF2-40B4-BE49-F238E27FC236}">
                  <a16:creationId xmlns:a16="http://schemas.microsoft.com/office/drawing/2014/main" id="{BC76101A-0115-0656-6902-8615A2047355}"/>
                </a:ext>
              </a:extLst>
            </p:cNvPr>
            <p:cNvSpPr>
              <a:spLocks noChangeShapeType="1"/>
            </p:cNvSpPr>
            <p:nvPr/>
          </p:nvSpPr>
          <p:spPr bwMode="auto">
            <a:xfrm>
              <a:off x="3576"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Line 89">
              <a:extLst>
                <a:ext uri="{FF2B5EF4-FFF2-40B4-BE49-F238E27FC236}">
                  <a16:creationId xmlns:a16="http://schemas.microsoft.com/office/drawing/2014/main" id="{8E43D827-6942-2E32-F495-9C99BC802F35}"/>
                </a:ext>
              </a:extLst>
            </p:cNvPr>
            <p:cNvSpPr>
              <a:spLocks noChangeShapeType="1"/>
            </p:cNvSpPr>
            <p:nvPr/>
          </p:nvSpPr>
          <p:spPr bwMode="auto">
            <a:xfrm>
              <a:off x="3720"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1" name="Line 90">
              <a:extLst>
                <a:ext uri="{FF2B5EF4-FFF2-40B4-BE49-F238E27FC236}">
                  <a16:creationId xmlns:a16="http://schemas.microsoft.com/office/drawing/2014/main" id="{389B4AD2-2F6D-FD60-F5BA-EBE080DD43B6}"/>
                </a:ext>
              </a:extLst>
            </p:cNvPr>
            <p:cNvSpPr>
              <a:spLocks noChangeShapeType="1"/>
            </p:cNvSpPr>
            <p:nvPr/>
          </p:nvSpPr>
          <p:spPr bwMode="auto">
            <a:xfrm>
              <a:off x="3864"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Line 91">
              <a:extLst>
                <a:ext uri="{FF2B5EF4-FFF2-40B4-BE49-F238E27FC236}">
                  <a16:creationId xmlns:a16="http://schemas.microsoft.com/office/drawing/2014/main" id="{E689526C-9D50-E168-D9D5-2F7BA3B0A163}"/>
                </a:ext>
              </a:extLst>
            </p:cNvPr>
            <p:cNvSpPr>
              <a:spLocks noChangeShapeType="1"/>
            </p:cNvSpPr>
            <p:nvPr/>
          </p:nvSpPr>
          <p:spPr bwMode="auto">
            <a:xfrm>
              <a:off x="4008"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 name="Line 92">
              <a:extLst>
                <a:ext uri="{FF2B5EF4-FFF2-40B4-BE49-F238E27FC236}">
                  <a16:creationId xmlns:a16="http://schemas.microsoft.com/office/drawing/2014/main" id="{2D8C1197-C058-300E-CAC2-A80F5C27157B}"/>
                </a:ext>
              </a:extLst>
            </p:cNvPr>
            <p:cNvSpPr>
              <a:spLocks noChangeShapeType="1"/>
            </p:cNvSpPr>
            <p:nvPr/>
          </p:nvSpPr>
          <p:spPr bwMode="auto">
            <a:xfrm>
              <a:off x="4152"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 name="Line 93">
              <a:extLst>
                <a:ext uri="{FF2B5EF4-FFF2-40B4-BE49-F238E27FC236}">
                  <a16:creationId xmlns:a16="http://schemas.microsoft.com/office/drawing/2014/main" id="{AB10ECF3-41DD-118E-37F1-3374FBB90CB2}"/>
                </a:ext>
              </a:extLst>
            </p:cNvPr>
            <p:cNvSpPr>
              <a:spLocks noChangeShapeType="1"/>
            </p:cNvSpPr>
            <p:nvPr/>
          </p:nvSpPr>
          <p:spPr bwMode="auto">
            <a:xfrm>
              <a:off x="4296"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5" name="Line 94">
              <a:extLst>
                <a:ext uri="{FF2B5EF4-FFF2-40B4-BE49-F238E27FC236}">
                  <a16:creationId xmlns:a16="http://schemas.microsoft.com/office/drawing/2014/main" id="{C3804D6C-F87A-2926-0AB0-7EEF79DF7657}"/>
                </a:ext>
              </a:extLst>
            </p:cNvPr>
            <p:cNvSpPr>
              <a:spLocks noChangeShapeType="1"/>
            </p:cNvSpPr>
            <p:nvPr/>
          </p:nvSpPr>
          <p:spPr bwMode="auto">
            <a:xfrm>
              <a:off x="4440"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6" name="Line 95">
              <a:extLst>
                <a:ext uri="{FF2B5EF4-FFF2-40B4-BE49-F238E27FC236}">
                  <a16:creationId xmlns:a16="http://schemas.microsoft.com/office/drawing/2014/main" id="{4504A8C8-0D49-E561-7998-5178B425837E}"/>
                </a:ext>
              </a:extLst>
            </p:cNvPr>
            <p:cNvSpPr>
              <a:spLocks noChangeShapeType="1"/>
            </p:cNvSpPr>
            <p:nvPr/>
          </p:nvSpPr>
          <p:spPr bwMode="auto">
            <a:xfrm>
              <a:off x="4584" y="316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7" name="Group 99">
            <a:extLst>
              <a:ext uri="{FF2B5EF4-FFF2-40B4-BE49-F238E27FC236}">
                <a16:creationId xmlns:a16="http://schemas.microsoft.com/office/drawing/2014/main" id="{0129D9C6-B245-F5E2-EFF7-9A04BC8CC43E}"/>
              </a:ext>
            </a:extLst>
          </p:cNvPr>
          <p:cNvGrpSpPr>
            <a:grpSpLocks/>
          </p:cNvGrpSpPr>
          <p:nvPr/>
        </p:nvGrpSpPr>
        <p:grpSpPr bwMode="auto">
          <a:xfrm>
            <a:off x="9540139" y="1337310"/>
            <a:ext cx="2562009" cy="952500"/>
            <a:chOff x="3477" y="216"/>
            <a:chExt cx="1707" cy="600"/>
          </a:xfrm>
        </p:grpSpPr>
        <p:grpSp>
          <p:nvGrpSpPr>
            <p:cNvPr id="98" name="Group 100">
              <a:extLst>
                <a:ext uri="{FF2B5EF4-FFF2-40B4-BE49-F238E27FC236}">
                  <a16:creationId xmlns:a16="http://schemas.microsoft.com/office/drawing/2014/main" id="{32E13122-1C6D-1157-BC38-9DF3CCB6C9F1}"/>
                </a:ext>
              </a:extLst>
            </p:cNvPr>
            <p:cNvGrpSpPr>
              <a:grpSpLocks/>
            </p:cNvGrpSpPr>
            <p:nvPr/>
          </p:nvGrpSpPr>
          <p:grpSpPr bwMode="auto">
            <a:xfrm>
              <a:off x="3477" y="528"/>
              <a:ext cx="1707" cy="288"/>
              <a:chOff x="3477" y="288"/>
              <a:chExt cx="1707" cy="288"/>
            </a:xfrm>
          </p:grpSpPr>
          <p:sp>
            <p:nvSpPr>
              <p:cNvPr id="100" name="Text Box 101">
                <a:extLst>
                  <a:ext uri="{FF2B5EF4-FFF2-40B4-BE49-F238E27FC236}">
                    <a16:creationId xmlns:a16="http://schemas.microsoft.com/office/drawing/2014/main" id="{1CF63AE6-7FCF-D18A-03B6-CE49084ADB5F}"/>
                  </a:ext>
                </a:extLst>
              </p:cNvPr>
              <p:cNvSpPr txBox="1">
                <a:spLocks noChangeArrowheads="1"/>
              </p:cNvSpPr>
              <p:nvPr/>
            </p:nvSpPr>
            <p:spPr bwMode="auto">
              <a:xfrm>
                <a:off x="3477" y="288"/>
                <a:ext cx="7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latin typeface="Arial" panose="020B0604020202020204" pitchFamily="34" charset="0"/>
                  </a:rPr>
                  <a:t>4 users</a:t>
                </a:r>
                <a:endParaRPr lang="fr-FR" altLang="en-US" sz="2400">
                  <a:latin typeface="Arial" panose="020B0604020202020204" pitchFamily="34" charset="0"/>
                </a:endParaRPr>
              </a:p>
            </p:txBody>
          </p:sp>
          <p:sp>
            <p:nvSpPr>
              <p:cNvPr id="101" name="Rectangle 102">
                <a:extLst>
                  <a:ext uri="{FF2B5EF4-FFF2-40B4-BE49-F238E27FC236}">
                    <a16:creationId xmlns:a16="http://schemas.microsoft.com/office/drawing/2014/main" id="{480C60D6-E859-1B00-3CEA-2C6C6F27E570}"/>
                  </a:ext>
                </a:extLst>
              </p:cNvPr>
              <p:cNvSpPr>
                <a:spLocks noChangeArrowheads="1"/>
              </p:cNvSpPr>
              <p:nvPr/>
            </p:nvSpPr>
            <p:spPr bwMode="auto">
              <a:xfrm>
                <a:off x="4464" y="352"/>
                <a:ext cx="144" cy="144"/>
              </a:xfrm>
              <a:prstGeom prst="rect">
                <a:avLst/>
              </a:prstGeom>
              <a:solidFill>
                <a:srgbClr val="3366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02" name="Rectangle 103">
                <a:extLst>
                  <a:ext uri="{FF2B5EF4-FFF2-40B4-BE49-F238E27FC236}">
                    <a16:creationId xmlns:a16="http://schemas.microsoft.com/office/drawing/2014/main" id="{6069B096-43DF-3A18-0A21-406357A4DC94}"/>
                  </a:ext>
                </a:extLst>
              </p:cNvPr>
              <p:cNvSpPr>
                <a:spLocks noChangeArrowheads="1"/>
              </p:cNvSpPr>
              <p:nvPr/>
            </p:nvSpPr>
            <p:spPr bwMode="auto">
              <a:xfrm>
                <a:off x="4656" y="352"/>
                <a:ext cx="144" cy="144"/>
              </a:xfrm>
              <a:prstGeom prst="rect">
                <a:avLst/>
              </a:prstGeom>
              <a:solidFill>
                <a:srgbClr val="99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03" name="Rectangle 104">
                <a:extLst>
                  <a:ext uri="{FF2B5EF4-FFF2-40B4-BE49-F238E27FC236}">
                    <a16:creationId xmlns:a16="http://schemas.microsoft.com/office/drawing/2014/main" id="{B492F5AC-0687-3E5D-5804-54ED8EF1D036}"/>
                  </a:ext>
                </a:extLst>
              </p:cNvPr>
              <p:cNvSpPr>
                <a:spLocks noChangeArrowheads="1"/>
              </p:cNvSpPr>
              <p:nvPr/>
            </p:nvSpPr>
            <p:spPr bwMode="auto">
              <a:xfrm>
                <a:off x="4848" y="352"/>
                <a:ext cx="144" cy="144"/>
              </a:xfrm>
              <a:prstGeom prst="rect">
                <a:avLst/>
              </a:prstGeom>
              <a:solidFill>
                <a:srgbClr val="FFCC00"/>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04" name="Rectangle 105">
                <a:extLst>
                  <a:ext uri="{FF2B5EF4-FFF2-40B4-BE49-F238E27FC236}">
                    <a16:creationId xmlns:a16="http://schemas.microsoft.com/office/drawing/2014/main" id="{B391B6E9-7D39-AA0D-9090-5E6BEFC54991}"/>
                  </a:ext>
                </a:extLst>
              </p:cNvPr>
              <p:cNvSpPr>
                <a:spLocks noChangeArrowheads="1"/>
              </p:cNvSpPr>
              <p:nvPr/>
            </p:nvSpPr>
            <p:spPr bwMode="auto">
              <a:xfrm>
                <a:off x="5040" y="352"/>
                <a:ext cx="144" cy="144"/>
              </a:xfrm>
              <a:prstGeom prst="rect">
                <a:avLst/>
              </a:prstGeom>
              <a:solidFill>
                <a:srgbClr val="FF00FF"/>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sp>
          <p:nvSpPr>
            <p:cNvPr id="99" name="Text Box 106">
              <a:extLst>
                <a:ext uri="{FF2B5EF4-FFF2-40B4-BE49-F238E27FC236}">
                  <a16:creationId xmlns:a16="http://schemas.microsoft.com/office/drawing/2014/main" id="{A6ABADD3-5850-3056-99D2-7D71D9CDC6A0}"/>
                </a:ext>
              </a:extLst>
            </p:cNvPr>
            <p:cNvSpPr txBox="1">
              <a:spLocks noChangeArrowheads="1"/>
            </p:cNvSpPr>
            <p:nvPr/>
          </p:nvSpPr>
          <p:spPr bwMode="auto">
            <a:xfrm>
              <a:off x="3480" y="216"/>
              <a:ext cx="62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a:latin typeface="Arial" panose="020B0604020202020204" pitchFamily="34" charset="0"/>
                </a:rPr>
                <a:t>Ví dụ:</a:t>
              </a:r>
              <a:endParaRPr lang="fr-FR" altLang="en-US" sz="2400">
                <a:latin typeface="Arial" panose="020B0604020202020204" pitchFamily="34" charset="0"/>
              </a:endParaRPr>
            </a:p>
          </p:txBody>
        </p:sp>
      </p:grpSp>
    </p:spTree>
    <p:extLst>
      <p:ext uri="{BB962C8B-B14F-4D97-AF65-F5344CB8AC3E}">
        <p14:creationId xmlns:p14="http://schemas.microsoft.com/office/powerpoint/2010/main" val="1429069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97"/>
                                        </p:tgtEl>
                                        <p:attrNameLst>
                                          <p:attrName>style.visibility</p:attrName>
                                        </p:attrNameLst>
                                      </p:cBhvr>
                                      <p:to>
                                        <p:strVal val="visible"/>
                                      </p:to>
                                    </p:set>
                                    <p:animEffect transition="in" filter="wipe(left)">
                                      <p:cBhvr>
                                        <p:cTn id="11" dur="500"/>
                                        <p:tgtEl>
                                          <p:spTgt spid="9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wipe(left)">
                                      <p:cBhvr>
                                        <p:cTn id="16" dur="500"/>
                                        <p:tgtEl>
                                          <p:spTgt spid="4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left)">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1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wipe(up)">
                                      <p:cBhvr>
                                        <p:cTn id="42" dur="500"/>
                                        <p:tgtEl>
                                          <p:spTgt spid="5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up)">
                                      <p:cBhvr>
                                        <p:cTn id="47" dur="500"/>
                                        <p:tgtEl>
                                          <p:spTgt spid="23"/>
                                        </p:tgtEl>
                                      </p:cBhvr>
                                    </p:animEffect>
                                  </p:childTnLst>
                                </p:cTn>
                              </p:par>
                            </p:childTnLst>
                          </p:cTn>
                        </p:par>
                        <p:par>
                          <p:cTn id="48" fill="hold">
                            <p:stCondLst>
                              <p:cond delay="500"/>
                            </p:stCondLst>
                            <p:childTnLst>
                              <p:par>
                                <p:cTn id="49" presetID="22" presetClass="entr" presetSubtype="1" fill="hold"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wipe(up)">
                                      <p:cBhvr>
                                        <p:cTn id="51" dur="500"/>
                                        <p:tgtEl>
                                          <p:spTgt spid="29"/>
                                        </p:tgtEl>
                                      </p:cBhvr>
                                    </p:animEffect>
                                  </p:childTnLst>
                                </p:cTn>
                              </p:par>
                            </p:childTnLst>
                          </p:cTn>
                        </p:par>
                        <p:par>
                          <p:cTn id="52" fill="hold">
                            <p:stCondLst>
                              <p:cond delay="1000"/>
                            </p:stCondLst>
                            <p:childTnLst>
                              <p:par>
                                <p:cTn id="53" presetID="22" presetClass="entr" presetSubtype="1" fill="hold" nodeType="after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up)">
                                      <p:cBhvr>
                                        <p:cTn id="55" dur="500"/>
                                        <p:tgtEl>
                                          <p:spTgt spid="35"/>
                                        </p:tgtEl>
                                      </p:cBhvr>
                                    </p:animEffect>
                                  </p:childTnLst>
                                </p:cTn>
                              </p:par>
                            </p:childTnLst>
                          </p:cTn>
                        </p:par>
                        <p:par>
                          <p:cTn id="56" fill="hold">
                            <p:stCondLst>
                              <p:cond delay="1500"/>
                            </p:stCondLst>
                            <p:childTnLst>
                              <p:par>
                                <p:cTn id="57" presetID="22" presetClass="entr" presetSubtype="1" fill="hold" nodeType="after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wipe(up)">
                                      <p:cBhvr>
                                        <p:cTn id="59" dur="500"/>
                                        <p:tgtEl>
                                          <p:spTgt spid="4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71"/>
                                        </p:tgtEl>
                                        <p:attrNameLst>
                                          <p:attrName>style.visibility</p:attrName>
                                        </p:attrNameLst>
                                      </p:cBhvr>
                                      <p:to>
                                        <p:strVal val="visible"/>
                                      </p:to>
                                    </p:set>
                                    <p:animEffect transition="in" filter="wipe(left)">
                                      <p:cBhvr>
                                        <p:cTn id="64" dur="500"/>
                                        <p:tgtEl>
                                          <p:spTgt spid="71"/>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76"/>
                                        </p:tgtEl>
                                        <p:attrNameLst>
                                          <p:attrName>style.visibility</p:attrName>
                                        </p:attrNameLst>
                                      </p:cBhvr>
                                      <p:to>
                                        <p:strVal val="visible"/>
                                      </p:to>
                                    </p:set>
                                    <p:animEffect transition="in" filter="wipe(up)">
                                      <p:cBhvr>
                                        <p:cTn id="69"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CF804-1CEA-0B69-C0A9-65A9A0C40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8B64A-2049-FEFF-DAA0-804AE11F3135}"/>
              </a:ext>
            </a:extLst>
          </p:cNvPr>
          <p:cNvSpPr>
            <a:spLocks noGrp="1"/>
          </p:cNvSpPr>
          <p:nvPr>
            <p:ph type="title"/>
          </p:nvPr>
        </p:nvSpPr>
        <p:spPr/>
        <p:txBody>
          <a:bodyPr/>
          <a:lstStyle/>
          <a:p>
            <a:r>
              <a:rPr lang="en-US"/>
              <a:t>MÔ HÌNH TRUYỀN THÔNG</a:t>
            </a:r>
          </a:p>
        </p:txBody>
      </p:sp>
      <p:sp>
        <p:nvSpPr>
          <p:cNvPr id="3" name="Content Placeholder 2">
            <a:extLst>
              <a:ext uri="{FF2B5EF4-FFF2-40B4-BE49-F238E27FC236}">
                <a16:creationId xmlns:a16="http://schemas.microsoft.com/office/drawing/2014/main" id="{F21464EF-C079-2E8C-3733-E1478F6C46D6}"/>
              </a:ext>
            </a:extLst>
          </p:cNvPr>
          <p:cNvSpPr>
            <a:spLocks noGrp="1"/>
          </p:cNvSpPr>
          <p:nvPr>
            <p:ph idx="1"/>
          </p:nvPr>
        </p:nvSpPr>
        <p:spPr/>
        <p:txBody>
          <a:bodyPr>
            <a:normAutofit/>
          </a:bodyPr>
          <a:lstStyle/>
          <a:p>
            <a:pPr>
              <a:lnSpc>
                <a:spcPct val="150000"/>
              </a:lnSpc>
            </a:pPr>
            <a:r>
              <a:rPr lang="en-US"/>
              <a:t>Chuyển gói</a:t>
            </a:r>
          </a:p>
          <a:p>
            <a:pPr lvl="1">
              <a:lnSpc>
                <a:spcPct val="150000"/>
              </a:lnSpc>
            </a:pPr>
            <a:r>
              <a:rPr lang="vi-VN" sz="2600"/>
              <a:t>Mỗi dòng dữ liệu được chia thành các gói</a:t>
            </a:r>
          </a:p>
          <a:p>
            <a:pPr lvl="2">
              <a:lnSpc>
                <a:spcPct val="150000"/>
              </a:lnSpc>
            </a:pPr>
            <a:r>
              <a:rPr lang="vi-VN" sz="2200"/>
              <a:t>Các gói A, B chia sẻ các tài nguyên mạng</a:t>
            </a:r>
          </a:p>
          <a:p>
            <a:pPr lvl="2">
              <a:lnSpc>
                <a:spcPct val="150000"/>
              </a:lnSpc>
            </a:pPr>
            <a:r>
              <a:rPr lang="vi-VN" sz="2200"/>
              <a:t>mỗi gói dùng hết băng thông liên kết</a:t>
            </a:r>
          </a:p>
          <a:p>
            <a:pPr lvl="2">
              <a:lnSpc>
                <a:spcPct val="150000"/>
              </a:lnSpc>
            </a:pPr>
            <a:r>
              <a:rPr lang="vi-VN" sz="2200"/>
              <a:t>Các tài nguyên được dùng theo nhu cầu</a:t>
            </a:r>
          </a:p>
          <a:p>
            <a:pPr lvl="1">
              <a:lnSpc>
                <a:spcPct val="150000"/>
              </a:lnSpc>
            </a:pPr>
            <a:endParaRPr lang="vi-VN" sz="2600"/>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31466100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FBD14-7C64-0AD2-D8A5-52D47DBB53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EA582-81AA-AC9D-6B18-0EEA4656DF1A}"/>
              </a:ext>
            </a:extLst>
          </p:cNvPr>
          <p:cNvSpPr>
            <a:spLocks noGrp="1"/>
          </p:cNvSpPr>
          <p:nvPr>
            <p:ph type="title"/>
          </p:nvPr>
        </p:nvSpPr>
        <p:spPr/>
        <p:txBody>
          <a:bodyPr/>
          <a:lstStyle/>
          <a:p>
            <a:r>
              <a:rPr lang="en-US"/>
              <a:t>MÔ HÌNH TRUYỀN THÔNG</a:t>
            </a:r>
          </a:p>
        </p:txBody>
      </p:sp>
      <p:sp>
        <p:nvSpPr>
          <p:cNvPr id="3" name="Content Placeholder 2">
            <a:extLst>
              <a:ext uri="{FF2B5EF4-FFF2-40B4-BE49-F238E27FC236}">
                <a16:creationId xmlns:a16="http://schemas.microsoft.com/office/drawing/2014/main" id="{D16B5FBB-35F8-2EF8-32A0-B506D3000175}"/>
              </a:ext>
            </a:extLst>
          </p:cNvPr>
          <p:cNvSpPr>
            <a:spLocks noGrp="1"/>
          </p:cNvSpPr>
          <p:nvPr>
            <p:ph idx="1"/>
          </p:nvPr>
        </p:nvSpPr>
        <p:spPr/>
        <p:txBody>
          <a:bodyPr>
            <a:normAutofit/>
          </a:bodyPr>
          <a:lstStyle/>
          <a:p>
            <a:pPr>
              <a:lnSpc>
                <a:spcPct val="150000"/>
              </a:lnSpc>
            </a:pPr>
            <a:r>
              <a:rPr lang="en-US"/>
              <a:t>Chuyển gói</a:t>
            </a:r>
          </a:p>
          <a:p>
            <a:pPr lvl="1">
              <a:lnSpc>
                <a:spcPct val="150000"/>
              </a:lnSpc>
            </a:pPr>
            <a:r>
              <a:rPr lang="en-US" altLang="en-US" sz="2600"/>
              <a:t>Các tranh chấp tài nguyên: </a:t>
            </a:r>
          </a:p>
          <a:p>
            <a:pPr lvl="2">
              <a:lnSpc>
                <a:spcPct val="150000"/>
              </a:lnSpc>
            </a:pPr>
            <a:r>
              <a:rPr lang="en-US" altLang="en-US" sz="2400"/>
              <a:t>Tổng số yêu cầu tài nguyên có thể vượt quá lượng có sẵn</a:t>
            </a:r>
          </a:p>
          <a:p>
            <a:pPr lvl="2">
              <a:lnSpc>
                <a:spcPct val="150000"/>
              </a:lnSpc>
            </a:pPr>
            <a:r>
              <a:rPr lang="en-US" altLang="en-US" sz="2400"/>
              <a:t>Tắc nghẽn: hàng đợi các gói, chờ được truyền</a:t>
            </a:r>
          </a:p>
          <a:p>
            <a:pPr lvl="2">
              <a:lnSpc>
                <a:spcPct val="150000"/>
              </a:lnSpc>
            </a:pPr>
            <a:r>
              <a:rPr lang="en-US" altLang="en-US" sz="2400"/>
              <a:t>Lưu lại và chuyển tiếp (store-and-forward): các gói tin được truyền qua 1 hop tại một thời điểm</a:t>
            </a:r>
          </a:p>
          <a:p>
            <a:pPr lvl="1">
              <a:lnSpc>
                <a:spcPct val="150000"/>
              </a:lnSpc>
            </a:pPr>
            <a:endParaRPr lang="vi-VN" sz="2600"/>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23740038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DE847-4097-D401-AE9C-41C117D6B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AC6943-8772-2D9D-CCA5-1973BA42C0F9}"/>
              </a:ext>
            </a:extLst>
          </p:cNvPr>
          <p:cNvSpPr>
            <a:spLocks noGrp="1"/>
          </p:cNvSpPr>
          <p:nvPr>
            <p:ph type="title"/>
          </p:nvPr>
        </p:nvSpPr>
        <p:spPr/>
        <p:txBody>
          <a:bodyPr/>
          <a:lstStyle/>
          <a:p>
            <a:r>
              <a:rPr lang="en-US"/>
              <a:t>MÔ HÌNH TRUYỀN THÔNG</a:t>
            </a:r>
          </a:p>
        </p:txBody>
      </p:sp>
      <p:sp>
        <p:nvSpPr>
          <p:cNvPr id="3" name="Content Placeholder 2">
            <a:extLst>
              <a:ext uri="{FF2B5EF4-FFF2-40B4-BE49-F238E27FC236}">
                <a16:creationId xmlns:a16="http://schemas.microsoft.com/office/drawing/2014/main" id="{27C892BA-A3B9-FBBA-4CBD-BA7E6ECC00D3}"/>
              </a:ext>
            </a:extLst>
          </p:cNvPr>
          <p:cNvSpPr>
            <a:spLocks noGrp="1"/>
          </p:cNvSpPr>
          <p:nvPr>
            <p:ph idx="1"/>
          </p:nvPr>
        </p:nvSpPr>
        <p:spPr/>
        <p:txBody>
          <a:bodyPr>
            <a:normAutofit/>
          </a:bodyPr>
          <a:lstStyle/>
          <a:p>
            <a:pPr>
              <a:lnSpc>
                <a:spcPct val="150000"/>
              </a:lnSpc>
            </a:pPr>
            <a:r>
              <a:rPr lang="en-US" altLang="en-US"/>
              <a:t>Chuyển gói: lưu và chuyển tiếp (store-and-forward)</a:t>
            </a:r>
          </a:p>
          <a:p>
            <a:pPr>
              <a:lnSpc>
                <a:spcPct val="150000"/>
              </a:lnSpc>
            </a:pPr>
            <a:endParaRPr lang="vi-VN" sz="2600"/>
          </a:p>
          <a:p>
            <a:pPr>
              <a:lnSpc>
                <a:spcPct val="150000"/>
              </a:lnSpc>
            </a:pPr>
            <a:endParaRPr lang="en-US"/>
          </a:p>
          <a:p>
            <a:pPr>
              <a:lnSpc>
                <a:spcPct val="150000"/>
              </a:lnSpc>
            </a:pPr>
            <a:endParaRPr lang="en-US"/>
          </a:p>
        </p:txBody>
      </p:sp>
      <p:sp>
        <p:nvSpPr>
          <p:cNvPr id="39" name="Line 6">
            <a:extLst>
              <a:ext uri="{FF2B5EF4-FFF2-40B4-BE49-F238E27FC236}">
                <a16:creationId xmlns:a16="http://schemas.microsoft.com/office/drawing/2014/main" id="{FCDCE102-46EA-583E-A150-8BE5CEC451B2}"/>
              </a:ext>
            </a:extLst>
          </p:cNvPr>
          <p:cNvSpPr>
            <a:spLocks noChangeShapeType="1"/>
          </p:cNvSpPr>
          <p:nvPr/>
        </p:nvSpPr>
        <p:spPr bwMode="auto">
          <a:xfrm>
            <a:off x="4192588" y="4017963"/>
            <a:ext cx="3095625" cy="79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0" name="Object 7">
            <a:extLst>
              <a:ext uri="{FF2B5EF4-FFF2-40B4-BE49-F238E27FC236}">
                <a16:creationId xmlns:a16="http://schemas.microsoft.com/office/drawing/2014/main" id="{64F29326-9C1E-6E25-6A37-CF2370B09BA1}"/>
              </a:ext>
            </a:extLst>
          </p:cNvPr>
          <p:cNvGraphicFramePr>
            <a:graphicFrameLocks noChangeAspect="1"/>
          </p:cNvGraphicFramePr>
          <p:nvPr>
            <p:extLst>
              <p:ext uri="{D42A27DB-BD31-4B8C-83A1-F6EECF244321}">
                <p14:modId xmlns:p14="http://schemas.microsoft.com/office/powerpoint/2010/main" val="2359212453"/>
              </p:ext>
            </p:extLst>
          </p:nvPr>
        </p:nvGraphicFramePr>
        <p:xfrm>
          <a:off x="3594100" y="3656013"/>
          <a:ext cx="646113" cy="533400"/>
        </p:xfrm>
        <a:graphic>
          <a:graphicData uri="http://schemas.openxmlformats.org/presentationml/2006/ole">
            <mc:AlternateContent xmlns:mc="http://schemas.openxmlformats.org/markup-compatibility/2006">
              <mc:Choice xmlns:v="urn:schemas-microsoft-com:vml" Requires="v">
                <p:oleObj name="Clip" r:id="rId3" imgW="1307263" imgH="1084139" progId="MS_ClipArt_Gallery.2">
                  <p:embed/>
                </p:oleObj>
              </mc:Choice>
              <mc:Fallback>
                <p:oleObj name="Clip" r:id="rId3" imgW="1307263" imgH="1084139" progId="MS_ClipArt_Gallery.2">
                  <p:embed/>
                  <p:pic>
                    <p:nvPicPr>
                      <p:cNvPr id="48136" name="Object 7">
                        <a:extLst>
                          <a:ext uri="{FF2B5EF4-FFF2-40B4-BE49-F238E27FC236}">
                            <a16:creationId xmlns:a16="http://schemas.microsoft.com/office/drawing/2014/main" id="{7ED49093-023F-E014-F99C-8AF55B4CB3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4100" y="3656013"/>
                        <a:ext cx="646113" cy="533400"/>
                      </a:xfrm>
                      <a:prstGeom prst="rect">
                        <a:avLst/>
                      </a:prstGeom>
                      <a:noFill/>
                      <a:ln>
                        <a:noFill/>
                      </a:ln>
                      <a:effectLst/>
                    </p:spPr>
                  </p:pic>
                </p:oleObj>
              </mc:Fallback>
            </mc:AlternateContent>
          </a:graphicData>
        </a:graphic>
      </p:graphicFrame>
      <p:graphicFrame>
        <p:nvGraphicFramePr>
          <p:cNvPr id="41" name="Object 8">
            <a:extLst>
              <a:ext uri="{FF2B5EF4-FFF2-40B4-BE49-F238E27FC236}">
                <a16:creationId xmlns:a16="http://schemas.microsoft.com/office/drawing/2014/main" id="{B349C791-2EE3-7F59-51E3-D50251521AD7}"/>
              </a:ext>
            </a:extLst>
          </p:cNvPr>
          <p:cNvGraphicFramePr>
            <a:graphicFrameLocks noChangeAspect="1"/>
          </p:cNvGraphicFramePr>
          <p:nvPr>
            <p:extLst>
              <p:ext uri="{D42A27DB-BD31-4B8C-83A1-F6EECF244321}">
                <p14:modId xmlns:p14="http://schemas.microsoft.com/office/powerpoint/2010/main" val="3689146411"/>
              </p:ext>
            </p:extLst>
          </p:nvPr>
        </p:nvGraphicFramePr>
        <p:xfrm>
          <a:off x="7212013" y="3698875"/>
          <a:ext cx="646112" cy="533400"/>
        </p:xfrm>
        <a:graphic>
          <a:graphicData uri="http://schemas.openxmlformats.org/presentationml/2006/ole">
            <mc:AlternateContent xmlns:mc="http://schemas.openxmlformats.org/markup-compatibility/2006">
              <mc:Choice xmlns:v="urn:schemas-microsoft-com:vml" Requires="v">
                <p:oleObj name="Clip" r:id="rId5" imgW="1307263" imgH="1084139" progId="MS_ClipArt_Gallery.2">
                  <p:embed/>
                </p:oleObj>
              </mc:Choice>
              <mc:Fallback>
                <p:oleObj name="Clip" r:id="rId5" imgW="1307263" imgH="1084139" progId="MS_ClipArt_Gallery.2">
                  <p:embed/>
                  <p:pic>
                    <p:nvPicPr>
                      <p:cNvPr id="48137" name="Object 8">
                        <a:extLst>
                          <a:ext uri="{FF2B5EF4-FFF2-40B4-BE49-F238E27FC236}">
                            <a16:creationId xmlns:a16="http://schemas.microsoft.com/office/drawing/2014/main" id="{F30F7C9D-A706-DF0C-77B6-CD7B3EFFB9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2013" y="3698875"/>
                        <a:ext cx="646112" cy="533400"/>
                      </a:xfrm>
                      <a:prstGeom prst="rect">
                        <a:avLst/>
                      </a:prstGeom>
                      <a:noFill/>
                      <a:ln>
                        <a:noFill/>
                      </a:ln>
                      <a:effectLst/>
                    </p:spPr>
                  </p:pic>
                </p:oleObj>
              </mc:Fallback>
            </mc:AlternateContent>
          </a:graphicData>
        </a:graphic>
      </p:graphicFrame>
      <p:grpSp>
        <p:nvGrpSpPr>
          <p:cNvPr id="42" name="Group 9">
            <a:extLst>
              <a:ext uri="{FF2B5EF4-FFF2-40B4-BE49-F238E27FC236}">
                <a16:creationId xmlns:a16="http://schemas.microsoft.com/office/drawing/2014/main" id="{B9700A63-CC86-B507-5B7F-71A17CE0F7D3}"/>
              </a:ext>
            </a:extLst>
          </p:cNvPr>
          <p:cNvGrpSpPr>
            <a:grpSpLocks/>
          </p:cNvGrpSpPr>
          <p:nvPr/>
        </p:nvGrpSpPr>
        <p:grpSpPr bwMode="auto">
          <a:xfrm>
            <a:off x="4956175" y="3849688"/>
            <a:ext cx="568325" cy="284162"/>
            <a:chOff x="3824" y="1838"/>
            <a:chExt cx="358" cy="179"/>
          </a:xfrm>
        </p:grpSpPr>
        <p:sp>
          <p:nvSpPr>
            <p:cNvPr id="43" name="Oval 10">
              <a:extLst>
                <a:ext uri="{FF2B5EF4-FFF2-40B4-BE49-F238E27FC236}">
                  <a16:creationId xmlns:a16="http://schemas.microsoft.com/office/drawing/2014/main" id="{BEC1FB02-2DA6-0E4E-FD4A-F044E4662ED1}"/>
                </a:ext>
              </a:extLst>
            </p:cNvPr>
            <p:cNvSpPr>
              <a:spLocks noChangeArrowheads="1"/>
            </p:cNvSpPr>
            <p:nvPr/>
          </p:nvSpPr>
          <p:spPr bwMode="auto">
            <a:xfrm>
              <a:off x="3827" y="1918"/>
              <a:ext cx="355" cy="99"/>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44" name="Line 11">
              <a:extLst>
                <a:ext uri="{FF2B5EF4-FFF2-40B4-BE49-F238E27FC236}">
                  <a16:creationId xmlns:a16="http://schemas.microsoft.com/office/drawing/2014/main" id="{DC745A29-1722-D213-400E-A34C8DC74339}"/>
                </a:ext>
              </a:extLst>
            </p:cNvPr>
            <p:cNvSpPr>
              <a:spLocks noChangeShapeType="1"/>
            </p:cNvSpPr>
            <p:nvPr/>
          </p:nvSpPr>
          <p:spPr bwMode="auto">
            <a:xfrm>
              <a:off x="3827" y="1910"/>
              <a:ext cx="0" cy="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12">
              <a:extLst>
                <a:ext uri="{FF2B5EF4-FFF2-40B4-BE49-F238E27FC236}">
                  <a16:creationId xmlns:a16="http://schemas.microsoft.com/office/drawing/2014/main" id="{A8F1E55B-300E-99C0-A8D5-56548496954E}"/>
                </a:ext>
              </a:extLst>
            </p:cNvPr>
            <p:cNvSpPr>
              <a:spLocks noChangeShapeType="1"/>
            </p:cNvSpPr>
            <p:nvPr/>
          </p:nvSpPr>
          <p:spPr bwMode="auto">
            <a:xfrm>
              <a:off x="4182" y="1910"/>
              <a:ext cx="0" cy="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Rectangle 13">
              <a:extLst>
                <a:ext uri="{FF2B5EF4-FFF2-40B4-BE49-F238E27FC236}">
                  <a16:creationId xmlns:a16="http://schemas.microsoft.com/office/drawing/2014/main" id="{DEF58B24-702C-A5AD-76D9-7C3B8AB7D1D1}"/>
                </a:ext>
              </a:extLst>
            </p:cNvPr>
            <p:cNvSpPr>
              <a:spLocks noChangeArrowheads="1"/>
            </p:cNvSpPr>
            <p:nvPr/>
          </p:nvSpPr>
          <p:spPr bwMode="auto">
            <a:xfrm>
              <a:off x="3827" y="1910"/>
              <a:ext cx="352" cy="60"/>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47" name="Oval 14">
              <a:extLst>
                <a:ext uri="{FF2B5EF4-FFF2-40B4-BE49-F238E27FC236}">
                  <a16:creationId xmlns:a16="http://schemas.microsoft.com/office/drawing/2014/main" id="{ED4D8B96-10AB-E64C-1774-58DF03950DA8}"/>
                </a:ext>
              </a:extLst>
            </p:cNvPr>
            <p:cNvSpPr>
              <a:spLocks noChangeArrowheads="1"/>
            </p:cNvSpPr>
            <p:nvPr/>
          </p:nvSpPr>
          <p:spPr bwMode="auto">
            <a:xfrm>
              <a:off x="3824" y="1838"/>
              <a:ext cx="355" cy="116"/>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solidFill>
                  <a:srgbClr val="FFFF00"/>
                </a:solidFill>
                <a:latin typeface="Times New Roman" panose="02020603050405020304" pitchFamily="18" charset="0"/>
              </a:endParaRPr>
            </a:p>
          </p:txBody>
        </p:sp>
        <p:grpSp>
          <p:nvGrpSpPr>
            <p:cNvPr id="48" name="Group 15">
              <a:extLst>
                <a:ext uri="{FF2B5EF4-FFF2-40B4-BE49-F238E27FC236}">
                  <a16:creationId xmlns:a16="http://schemas.microsoft.com/office/drawing/2014/main" id="{CEBD84EE-D627-EC23-1565-D2FD99C2B810}"/>
                </a:ext>
              </a:extLst>
            </p:cNvPr>
            <p:cNvGrpSpPr>
              <a:grpSpLocks/>
            </p:cNvGrpSpPr>
            <p:nvPr/>
          </p:nvGrpSpPr>
          <p:grpSpPr bwMode="auto">
            <a:xfrm>
              <a:off x="3910" y="1864"/>
              <a:ext cx="176" cy="67"/>
              <a:chOff x="2848" y="848"/>
              <a:chExt cx="140" cy="98"/>
            </a:xfrm>
          </p:grpSpPr>
          <p:sp>
            <p:nvSpPr>
              <p:cNvPr id="53" name="Line 16">
                <a:extLst>
                  <a:ext uri="{FF2B5EF4-FFF2-40B4-BE49-F238E27FC236}">
                    <a16:creationId xmlns:a16="http://schemas.microsoft.com/office/drawing/2014/main" id="{C006A332-DEAC-4D3C-1EED-862D33D875B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 name="Line 17">
                <a:extLst>
                  <a:ext uri="{FF2B5EF4-FFF2-40B4-BE49-F238E27FC236}">
                    <a16:creationId xmlns:a16="http://schemas.microsoft.com/office/drawing/2014/main" id="{764A6440-76B2-5824-EE8E-D45623C8BA1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Line 18">
                <a:extLst>
                  <a:ext uri="{FF2B5EF4-FFF2-40B4-BE49-F238E27FC236}">
                    <a16:creationId xmlns:a16="http://schemas.microsoft.com/office/drawing/2014/main" id="{F61C4623-5A6C-8DFC-F249-2658DD4965B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9" name="Group 19">
              <a:extLst>
                <a:ext uri="{FF2B5EF4-FFF2-40B4-BE49-F238E27FC236}">
                  <a16:creationId xmlns:a16="http://schemas.microsoft.com/office/drawing/2014/main" id="{9B1643BB-2DFB-439F-E221-D38560BE46D5}"/>
                </a:ext>
              </a:extLst>
            </p:cNvPr>
            <p:cNvGrpSpPr>
              <a:grpSpLocks/>
            </p:cNvGrpSpPr>
            <p:nvPr/>
          </p:nvGrpSpPr>
          <p:grpSpPr bwMode="auto">
            <a:xfrm flipV="1">
              <a:off x="3910" y="1863"/>
              <a:ext cx="176" cy="67"/>
              <a:chOff x="2848" y="848"/>
              <a:chExt cx="140" cy="98"/>
            </a:xfrm>
          </p:grpSpPr>
          <p:sp>
            <p:nvSpPr>
              <p:cNvPr id="50" name="Line 20">
                <a:extLst>
                  <a:ext uri="{FF2B5EF4-FFF2-40B4-BE49-F238E27FC236}">
                    <a16:creationId xmlns:a16="http://schemas.microsoft.com/office/drawing/2014/main" id="{0AA34263-6E48-925C-1F56-4C71343B783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21">
                <a:extLst>
                  <a:ext uri="{FF2B5EF4-FFF2-40B4-BE49-F238E27FC236}">
                    <a16:creationId xmlns:a16="http://schemas.microsoft.com/office/drawing/2014/main" id="{6E97E11F-76DF-19D3-0A42-C352D0515BB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Line 22">
                <a:extLst>
                  <a:ext uri="{FF2B5EF4-FFF2-40B4-BE49-F238E27FC236}">
                    <a16:creationId xmlns:a16="http://schemas.microsoft.com/office/drawing/2014/main" id="{C12888D2-BBCF-62A2-1C34-277081D92FF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56" name="Group 23">
            <a:extLst>
              <a:ext uri="{FF2B5EF4-FFF2-40B4-BE49-F238E27FC236}">
                <a16:creationId xmlns:a16="http://schemas.microsoft.com/office/drawing/2014/main" id="{383CFC31-929F-6E63-6B57-E788584E5383}"/>
              </a:ext>
            </a:extLst>
          </p:cNvPr>
          <p:cNvGrpSpPr>
            <a:grpSpLocks/>
          </p:cNvGrpSpPr>
          <p:nvPr/>
        </p:nvGrpSpPr>
        <p:grpSpPr bwMode="auto">
          <a:xfrm>
            <a:off x="6081713" y="3848100"/>
            <a:ext cx="568325" cy="284163"/>
            <a:chOff x="3824" y="1838"/>
            <a:chExt cx="358" cy="179"/>
          </a:xfrm>
        </p:grpSpPr>
        <p:sp>
          <p:nvSpPr>
            <p:cNvPr id="57" name="Oval 24">
              <a:extLst>
                <a:ext uri="{FF2B5EF4-FFF2-40B4-BE49-F238E27FC236}">
                  <a16:creationId xmlns:a16="http://schemas.microsoft.com/office/drawing/2014/main" id="{C3572720-9660-2B83-FD1F-63A1BD26FE1C}"/>
                </a:ext>
              </a:extLst>
            </p:cNvPr>
            <p:cNvSpPr>
              <a:spLocks noChangeArrowheads="1"/>
            </p:cNvSpPr>
            <p:nvPr/>
          </p:nvSpPr>
          <p:spPr bwMode="auto">
            <a:xfrm>
              <a:off x="3827" y="1918"/>
              <a:ext cx="355" cy="99"/>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58" name="Line 25">
              <a:extLst>
                <a:ext uri="{FF2B5EF4-FFF2-40B4-BE49-F238E27FC236}">
                  <a16:creationId xmlns:a16="http://schemas.microsoft.com/office/drawing/2014/main" id="{672A2BDE-A965-A615-F99B-53FA75D16D78}"/>
                </a:ext>
              </a:extLst>
            </p:cNvPr>
            <p:cNvSpPr>
              <a:spLocks noChangeShapeType="1"/>
            </p:cNvSpPr>
            <p:nvPr/>
          </p:nvSpPr>
          <p:spPr bwMode="auto">
            <a:xfrm>
              <a:off x="3827" y="1910"/>
              <a:ext cx="0" cy="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Line 26">
              <a:extLst>
                <a:ext uri="{FF2B5EF4-FFF2-40B4-BE49-F238E27FC236}">
                  <a16:creationId xmlns:a16="http://schemas.microsoft.com/office/drawing/2014/main" id="{E749C8AC-6A31-BEE4-F529-50371395F7E0}"/>
                </a:ext>
              </a:extLst>
            </p:cNvPr>
            <p:cNvSpPr>
              <a:spLocks noChangeShapeType="1"/>
            </p:cNvSpPr>
            <p:nvPr/>
          </p:nvSpPr>
          <p:spPr bwMode="auto">
            <a:xfrm>
              <a:off x="4182" y="1910"/>
              <a:ext cx="0" cy="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 name="Rectangle 27">
              <a:extLst>
                <a:ext uri="{FF2B5EF4-FFF2-40B4-BE49-F238E27FC236}">
                  <a16:creationId xmlns:a16="http://schemas.microsoft.com/office/drawing/2014/main" id="{41A0A302-7CBA-E10A-E7CD-F71993D529BE}"/>
                </a:ext>
              </a:extLst>
            </p:cNvPr>
            <p:cNvSpPr>
              <a:spLocks noChangeArrowheads="1"/>
            </p:cNvSpPr>
            <p:nvPr/>
          </p:nvSpPr>
          <p:spPr bwMode="auto">
            <a:xfrm>
              <a:off x="3827" y="1910"/>
              <a:ext cx="352" cy="60"/>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61" name="Oval 28">
              <a:extLst>
                <a:ext uri="{FF2B5EF4-FFF2-40B4-BE49-F238E27FC236}">
                  <a16:creationId xmlns:a16="http://schemas.microsoft.com/office/drawing/2014/main" id="{C330834D-0A96-B6F5-D10E-92048B5CA5DF}"/>
                </a:ext>
              </a:extLst>
            </p:cNvPr>
            <p:cNvSpPr>
              <a:spLocks noChangeArrowheads="1"/>
            </p:cNvSpPr>
            <p:nvPr/>
          </p:nvSpPr>
          <p:spPr bwMode="auto">
            <a:xfrm>
              <a:off x="3824" y="1838"/>
              <a:ext cx="355" cy="116"/>
            </a:xfrm>
            <a:prstGeom prst="ellipse">
              <a:avLst/>
            </a:prstGeom>
            <a:solidFill>
              <a:srgbClr val="FFFF00"/>
            </a:solidFill>
            <a:ln w="12700">
              <a:solidFill>
                <a:schemeClr val="tx1"/>
              </a:solidFill>
              <a:round/>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solidFill>
                  <a:srgbClr val="FFFF00"/>
                </a:solidFill>
                <a:latin typeface="Times New Roman" panose="02020603050405020304" pitchFamily="18" charset="0"/>
              </a:endParaRPr>
            </a:p>
          </p:txBody>
        </p:sp>
        <p:grpSp>
          <p:nvGrpSpPr>
            <p:cNvPr id="62" name="Group 29">
              <a:extLst>
                <a:ext uri="{FF2B5EF4-FFF2-40B4-BE49-F238E27FC236}">
                  <a16:creationId xmlns:a16="http://schemas.microsoft.com/office/drawing/2014/main" id="{65599365-76A6-6A55-3E0C-2136A985C0FA}"/>
                </a:ext>
              </a:extLst>
            </p:cNvPr>
            <p:cNvGrpSpPr>
              <a:grpSpLocks/>
            </p:cNvGrpSpPr>
            <p:nvPr/>
          </p:nvGrpSpPr>
          <p:grpSpPr bwMode="auto">
            <a:xfrm>
              <a:off x="3910" y="1864"/>
              <a:ext cx="176" cy="67"/>
              <a:chOff x="2848" y="848"/>
              <a:chExt cx="140" cy="98"/>
            </a:xfrm>
          </p:grpSpPr>
          <p:sp>
            <p:nvSpPr>
              <p:cNvPr id="67" name="Line 30">
                <a:extLst>
                  <a:ext uri="{FF2B5EF4-FFF2-40B4-BE49-F238E27FC236}">
                    <a16:creationId xmlns:a16="http://schemas.microsoft.com/office/drawing/2014/main" id="{145849BA-A396-AF29-6CD5-5595E54E6F2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8" name="Line 31">
                <a:extLst>
                  <a:ext uri="{FF2B5EF4-FFF2-40B4-BE49-F238E27FC236}">
                    <a16:creationId xmlns:a16="http://schemas.microsoft.com/office/drawing/2014/main" id="{FC1185DA-6E53-79AD-CC58-5D412432911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 name="Line 32">
                <a:extLst>
                  <a:ext uri="{FF2B5EF4-FFF2-40B4-BE49-F238E27FC236}">
                    <a16:creationId xmlns:a16="http://schemas.microsoft.com/office/drawing/2014/main" id="{F01E51CC-600E-E321-56C5-690C295E0A2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3" name="Group 33">
              <a:extLst>
                <a:ext uri="{FF2B5EF4-FFF2-40B4-BE49-F238E27FC236}">
                  <a16:creationId xmlns:a16="http://schemas.microsoft.com/office/drawing/2014/main" id="{DC153B5D-0C60-FAB0-3898-809B422D5AF1}"/>
                </a:ext>
              </a:extLst>
            </p:cNvPr>
            <p:cNvGrpSpPr>
              <a:grpSpLocks/>
            </p:cNvGrpSpPr>
            <p:nvPr/>
          </p:nvGrpSpPr>
          <p:grpSpPr bwMode="auto">
            <a:xfrm flipV="1">
              <a:off x="3910" y="1863"/>
              <a:ext cx="176" cy="67"/>
              <a:chOff x="2848" y="848"/>
              <a:chExt cx="140" cy="98"/>
            </a:xfrm>
          </p:grpSpPr>
          <p:sp>
            <p:nvSpPr>
              <p:cNvPr id="64" name="Line 34">
                <a:extLst>
                  <a:ext uri="{FF2B5EF4-FFF2-40B4-BE49-F238E27FC236}">
                    <a16:creationId xmlns:a16="http://schemas.microsoft.com/office/drawing/2014/main" id="{7DAB5D02-CD63-AF72-9478-EF118B3361C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 name="Line 35">
                <a:extLst>
                  <a:ext uri="{FF2B5EF4-FFF2-40B4-BE49-F238E27FC236}">
                    <a16:creationId xmlns:a16="http://schemas.microsoft.com/office/drawing/2014/main" id="{EDF8A0E7-20BC-A360-F5F0-047347BD0928}"/>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36">
                <a:extLst>
                  <a:ext uri="{FF2B5EF4-FFF2-40B4-BE49-F238E27FC236}">
                    <a16:creationId xmlns:a16="http://schemas.microsoft.com/office/drawing/2014/main" id="{989042F4-7172-6C07-9E99-887A47B35E9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70" name="Text Box 37">
            <a:extLst>
              <a:ext uri="{FF2B5EF4-FFF2-40B4-BE49-F238E27FC236}">
                <a16:creationId xmlns:a16="http://schemas.microsoft.com/office/drawing/2014/main" id="{C4B0B484-FAC5-F883-9673-2269A535E4D6}"/>
              </a:ext>
            </a:extLst>
          </p:cNvPr>
          <p:cNvSpPr txBox="1">
            <a:spLocks noChangeArrowheads="1"/>
          </p:cNvSpPr>
          <p:nvPr/>
        </p:nvSpPr>
        <p:spPr bwMode="auto">
          <a:xfrm>
            <a:off x="4398963" y="3992563"/>
            <a:ext cx="344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R</a:t>
            </a:r>
            <a:endParaRPr lang="en-US" altLang="en-US" sz="2400">
              <a:latin typeface="Times New Roman" panose="02020603050405020304" pitchFamily="18" charset="0"/>
            </a:endParaRPr>
          </a:p>
        </p:txBody>
      </p:sp>
      <p:sp>
        <p:nvSpPr>
          <p:cNvPr id="71" name="Text Box 38">
            <a:extLst>
              <a:ext uri="{FF2B5EF4-FFF2-40B4-BE49-F238E27FC236}">
                <a16:creationId xmlns:a16="http://schemas.microsoft.com/office/drawing/2014/main" id="{A1B74829-CF44-AE95-8EC9-21AA1794DA07}"/>
              </a:ext>
            </a:extLst>
          </p:cNvPr>
          <p:cNvSpPr txBox="1">
            <a:spLocks noChangeArrowheads="1"/>
          </p:cNvSpPr>
          <p:nvPr/>
        </p:nvSpPr>
        <p:spPr bwMode="auto">
          <a:xfrm>
            <a:off x="5572125" y="3976688"/>
            <a:ext cx="344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R</a:t>
            </a:r>
            <a:endParaRPr lang="en-US" altLang="en-US" sz="2400">
              <a:latin typeface="Times New Roman" panose="02020603050405020304" pitchFamily="18" charset="0"/>
            </a:endParaRPr>
          </a:p>
        </p:txBody>
      </p:sp>
      <p:sp>
        <p:nvSpPr>
          <p:cNvPr id="72" name="Text Box 39">
            <a:extLst>
              <a:ext uri="{FF2B5EF4-FFF2-40B4-BE49-F238E27FC236}">
                <a16:creationId xmlns:a16="http://schemas.microsoft.com/office/drawing/2014/main" id="{3B4DC99E-DED6-24D8-2691-81991BC65859}"/>
              </a:ext>
            </a:extLst>
          </p:cNvPr>
          <p:cNvSpPr txBox="1">
            <a:spLocks noChangeArrowheads="1"/>
          </p:cNvSpPr>
          <p:nvPr/>
        </p:nvSpPr>
        <p:spPr bwMode="auto">
          <a:xfrm>
            <a:off x="6751638" y="3983038"/>
            <a:ext cx="344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R</a:t>
            </a:r>
            <a:endParaRPr lang="en-US" altLang="en-US" sz="2400">
              <a:latin typeface="Times New Roman" panose="02020603050405020304" pitchFamily="18" charset="0"/>
            </a:endParaRPr>
          </a:p>
        </p:txBody>
      </p:sp>
      <p:sp>
        <p:nvSpPr>
          <p:cNvPr id="73" name="Rectangle 40">
            <a:extLst>
              <a:ext uri="{FF2B5EF4-FFF2-40B4-BE49-F238E27FC236}">
                <a16:creationId xmlns:a16="http://schemas.microsoft.com/office/drawing/2014/main" id="{A6D89E5A-B4A2-1A61-0042-2B47D7AE25BC}"/>
              </a:ext>
            </a:extLst>
          </p:cNvPr>
          <p:cNvSpPr>
            <a:spLocks noChangeArrowheads="1"/>
          </p:cNvSpPr>
          <p:nvPr/>
        </p:nvSpPr>
        <p:spPr bwMode="auto">
          <a:xfrm>
            <a:off x="4025900" y="3668713"/>
            <a:ext cx="485775" cy="293687"/>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L</a:t>
            </a: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11540064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C6FC2-0EE6-1446-CADC-0D6BD65C8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423D6C-3B4D-638E-6216-5750CA44F475}"/>
              </a:ext>
            </a:extLst>
          </p:cNvPr>
          <p:cNvSpPr>
            <a:spLocks noGrp="1"/>
          </p:cNvSpPr>
          <p:nvPr>
            <p:ph type="title"/>
          </p:nvPr>
        </p:nvSpPr>
        <p:spPr/>
        <p:txBody>
          <a:bodyPr/>
          <a:lstStyle/>
          <a:p>
            <a:r>
              <a:rPr lang="en-US"/>
              <a:t>MÔ HÌNH TRUYỀN THÔNG</a:t>
            </a:r>
          </a:p>
        </p:txBody>
      </p:sp>
      <p:sp>
        <p:nvSpPr>
          <p:cNvPr id="3" name="Content Placeholder 2">
            <a:extLst>
              <a:ext uri="{FF2B5EF4-FFF2-40B4-BE49-F238E27FC236}">
                <a16:creationId xmlns:a16="http://schemas.microsoft.com/office/drawing/2014/main" id="{CDBC4ED6-7337-50EC-E6E2-E90198EF586D}"/>
              </a:ext>
            </a:extLst>
          </p:cNvPr>
          <p:cNvSpPr>
            <a:spLocks noGrp="1"/>
          </p:cNvSpPr>
          <p:nvPr>
            <p:ph idx="1"/>
          </p:nvPr>
        </p:nvSpPr>
        <p:spPr/>
        <p:txBody>
          <a:bodyPr>
            <a:normAutofit/>
          </a:bodyPr>
          <a:lstStyle/>
          <a:p>
            <a:pPr>
              <a:lnSpc>
                <a:spcPct val="150000"/>
              </a:lnSpc>
            </a:pPr>
            <a:r>
              <a:rPr lang="en-US" altLang="en-US"/>
              <a:t>Chuyển gói: Statistical Multiplexing</a:t>
            </a:r>
            <a:endParaRPr lang="vi-VN" sz="2600"/>
          </a:p>
          <a:p>
            <a:pPr>
              <a:lnSpc>
                <a:spcPct val="150000"/>
              </a:lnSpc>
            </a:pPr>
            <a:endParaRPr lang="en-US"/>
          </a:p>
          <a:p>
            <a:pPr>
              <a:lnSpc>
                <a:spcPct val="150000"/>
              </a:lnSpc>
            </a:pPr>
            <a:endParaRPr lang="en-US"/>
          </a:p>
        </p:txBody>
      </p:sp>
      <p:graphicFrame>
        <p:nvGraphicFramePr>
          <p:cNvPr id="4" name="Object 226">
            <a:extLst>
              <a:ext uri="{FF2B5EF4-FFF2-40B4-BE49-F238E27FC236}">
                <a16:creationId xmlns:a16="http://schemas.microsoft.com/office/drawing/2014/main" id="{3227B6D9-4474-C331-B5C0-737D8788B178}"/>
              </a:ext>
            </a:extLst>
          </p:cNvPr>
          <p:cNvGraphicFramePr>
            <a:graphicFrameLocks noChangeAspect="1"/>
          </p:cNvGraphicFramePr>
          <p:nvPr>
            <p:extLst>
              <p:ext uri="{D42A27DB-BD31-4B8C-83A1-F6EECF244321}">
                <p14:modId xmlns:p14="http://schemas.microsoft.com/office/powerpoint/2010/main" val="3547339340"/>
              </p:ext>
            </p:extLst>
          </p:nvPr>
        </p:nvGraphicFramePr>
        <p:xfrm>
          <a:off x="3222625" y="3854450"/>
          <a:ext cx="646113" cy="533400"/>
        </p:xfrm>
        <a:graphic>
          <a:graphicData uri="http://schemas.openxmlformats.org/presentationml/2006/ole">
            <mc:AlternateContent xmlns:mc="http://schemas.openxmlformats.org/markup-compatibility/2006">
              <mc:Choice xmlns:v="urn:schemas-microsoft-com:vml" Requires="v">
                <p:oleObj name="Clip" r:id="rId3" imgW="1307263" imgH="1084139" progId="MS_ClipArt_Gallery.2">
                  <p:embed/>
                </p:oleObj>
              </mc:Choice>
              <mc:Fallback>
                <p:oleObj name="Clip" r:id="rId3" imgW="1307263" imgH="1084139" progId="MS_ClipArt_Gallery.2">
                  <p:embed/>
                  <p:pic>
                    <p:nvPicPr>
                      <p:cNvPr id="50182" name="Object 226">
                        <a:extLst>
                          <a:ext uri="{FF2B5EF4-FFF2-40B4-BE49-F238E27FC236}">
                            <a16:creationId xmlns:a16="http://schemas.microsoft.com/office/drawing/2014/main" id="{8C5F8011-16B9-B78A-AD79-18218659D5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2625" y="3854450"/>
                        <a:ext cx="646113"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Line 230">
            <a:extLst>
              <a:ext uri="{FF2B5EF4-FFF2-40B4-BE49-F238E27FC236}">
                <a16:creationId xmlns:a16="http://schemas.microsoft.com/office/drawing/2014/main" id="{ADE7BCFE-ABAF-4861-EB6C-C53814BB9F44}"/>
              </a:ext>
            </a:extLst>
          </p:cNvPr>
          <p:cNvSpPr>
            <a:spLocks noChangeShapeType="1"/>
          </p:cNvSpPr>
          <p:nvPr/>
        </p:nvSpPr>
        <p:spPr bwMode="auto">
          <a:xfrm>
            <a:off x="5557838" y="3687763"/>
            <a:ext cx="0" cy="228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6" name="Oval 228">
            <a:extLst>
              <a:ext uri="{FF2B5EF4-FFF2-40B4-BE49-F238E27FC236}">
                <a16:creationId xmlns:a16="http://schemas.microsoft.com/office/drawing/2014/main" id="{A2833468-BC0C-EF07-DABB-67D2288162BF}"/>
              </a:ext>
            </a:extLst>
          </p:cNvPr>
          <p:cNvSpPr>
            <a:spLocks noChangeArrowheads="1"/>
          </p:cNvSpPr>
          <p:nvPr/>
        </p:nvSpPr>
        <p:spPr bwMode="auto">
          <a:xfrm>
            <a:off x="4340225" y="3717925"/>
            <a:ext cx="1198563" cy="369888"/>
          </a:xfrm>
          <a:prstGeom prst="ellipse">
            <a:avLst/>
          </a:prstGeom>
          <a:solidFill>
            <a:srgbClr val="B2B2B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7" name="Rectangle 231">
            <a:extLst>
              <a:ext uri="{FF2B5EF4-FFF2-40B4-BE49-F238E27FC236}">
                <a16:creationId xmlns:a16="http://schemas.microsoft.com/office/drawing/2014/main" id="{57576DBE-0A1E-8DD8-054E-BD9AAEAAB3CB}"/>
              </a:ext>
            </a:extLst>
          </p:cNvPr>
          <p:cNvSpPr>
            <a:spLocks noChangeArrowheads="1"/>
          </p:cNvSpPr>
          <p:nvPr/>
        </p:nvSpPr>
        <p:spPr bwMode="auto">
          <a:xfrm>
            <a:off x="4340225" y="3649663"/>
            <a:ext cx="1198563" cy="263525"/>
          </a:xfrm>
          <a:prstGeom prst="rect">
            <a:avLst/>
          </a:prstGeom>
          <a:solidFill>
            <a:srgbClr val="B2B2B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8" name="Oval 232">
            <a:extLst>
              <a:ext uri="{FF2B5EF4-FFF2-40B4-BE49-F238E27FC236}">
                <a16:creationId xmlns:a16="http://schemas.microsoft.com/office/drawing/2014/main" id="{05F8F7C9-88A4-8532-F1AB-47D6ACF51BBF}"/>
              </a:ext>
            </a:extLst>
          </p:cNvPr>
          <p:cNvSpPr>
            <a:spLocks noChangeArrowheads="1"/>
          </p:cNvSpPr>
          <p:nvPr/>
        </p:nvSpPr>
        <p:spPr bwMode="auto">
          <a:xfrm>
            <a:off x="4349750" y="3421063"/>
            <a:ext cx="1198563" cy="430212"/>
          </a:xfrm>
          <a:prstGeom prst="ellipse">
            <a:avLst/>
          </a:prstGeom>
          <a:solidFill>
            <a:srgbClr val="B2B2B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9" name="Group 242">
            <a:extLst>
              <a:ext uri="{FF2B5EF4-FFF2-40B4-BE49-F238E27FC236}">
                <a16:creationId xmlns:a16="http://schemas.microsoft.com/office/drawing/2014/main" id="{FBBA3432-80DD-31AC-3E93-2A8CB4AAD1CE}"/>
              </a:ext>
            </a:extLst>
          </p:cNvPr>
          <p:cNvGrpSpPr>
            <a:grpSpLocks/>
          </p:cNvGrpSpPr>
          <p:nvPr/>
        </p:nvGrpSpPr>
        <p:grpSpPr bwMode="auto">
          <a:xfrm>
            <a:off x="4695825" y="3451225"/>
            <a:ext cx="498475" cy="119063"/>
            <a:chOff x="2208" y="2184"/>
            <a:chExt cx="176" cy="69"/>
          </a:xfrm>
        </p:grpSpPr>
        <p:grpSp>
          <p:nvGrpSpPr>
            <p:cNvPr id="10" name="Group 120">
              <a:extLst>
                <a:ext uri="{FF2B5EF4-FFF2-40B4-BE49-F238E27FC236}">
                  <a16:creationId xmlns:a16="http://schemas.microsoft.com/office/drawing/2014/main" id="{024D8B21-4D49-0EF2-750C-081835FEA95D}"/>
                </a:ext>
              </a:extLst>
            </p:cNvPr>
            <p:cNvGrpSpPr>
              <a:grpSpLocks/>
            </p:cNvGrpSpPr>
            <p:nvPr/>
          </p:nvGrpSpPr>
          <p:grpSpPr bwMode="auto">
            <a:xfrm>
              <a:off x="2208" y="2185"/>
              <a:ext cx="176" cy="68"/>
              <a:chOff x="2848" y="848"/>
              <a:chExt cx="140" cy="98"/>
            </a:xfrm>
          </p:grpSpPr>
          <p:sp>
            <p:nvSpPr>
              <p:cNvPr id="15" name="Line 121">
                <a:extLst>
                  <a:ext uri="{FF2B5EF4-FFF2-40B4-BE49-F238E27FC236}">
                    <a16:creationId xmlns:a16="http://schemas.microsoft.com/office/drawing/2014/main" id="{8ED075E9-F995-F81A-BCE9-E2824F81A7A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22">
                <a:extLst>
                  <a:ext uri="{FF2B5EF4-FFF2-40B4-BE49-F238E27FC236}">
                    <a16:creationId xmlns:a16="http://schemas.microsoft.com/office/drawing/2014/main" id="{A9391321-C63E-95ED-6681-F21E5D8D7B7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23">
                <a:extLst>
                  <a:ext uri="{FF2B5EF4-FFF2-40B4-BE49-F238E27FC236}">
                    <a16:creationId xmlns:a16="http://schemas.microsoft.com/office/drawing/2014/main" id="{105CBFF5-BC8F-E634-60E0-603B4E6FC2D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124">
              <a:extLst>
                <a:ext uri="{FF2B5EF4-FFF2-40B4-BE49-F238E27FC236}">
                  <a16:creationId xmlns:a16="http://schemas.microsoft.com/office/drawing/2014/main" id="{E762BE58-BD58-4318-0D6C-4F4F0CA36823}"/>
                </a:ext>
              </a:extLst>
            </p:cNvPr>
            <p:cNvGrpSpPr>
              <a:grpSpLocks/>
            </p:cNvGrpSpPr>
            <p:nvPr/>
          </p:nvGrpSpPr>
          <p:grpSpPr bwMode="auto">
            <a:xfrm flipV="1">
              <a:off x="2208" y="2184"/>
              <a:ext cx="176" cy="68"/>
              <a:chOff x="2848" y="848"/>
              <a:chExt cx="140" cy="98"/>
            </a:xfrm>
          </p:grpSpPr>
          <p:sp>
            <p:nvSpPr>
              <p:cNvPr id="12" name="Line 125">
                <a:extLst>
                  <a:ext uri="{FF2B5EF4-FFF2-40B4-BE49-F238E27FC236}">
                    <a16:creationId xmlns:a16="http://schemas.microsoft.com/office/drawing/2014/main" id="{E0D1E954-7B10-5F47-410D-0D48A2E0A27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26">
                <a:extLst>
                  <a:ext uri="{FF2B5EF4-FFF2-40B4-BE49-F238E27FC236}">
                    <a16:creationId xmlns:a16="http://schemas.microsoft.com/office/drawing/2014/main" id="{8532E713-279A-7E1F-86D1-12DD130A3A9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27">
                <a:extLst>
                  <a:ext uri="{FF2B5EF4-FFF2-40B4-BE49-F238E27FC236}">
                    <a16:creationId xmlns:a16="http://schemas.microsoft.com/office/drawing/2014/main" id="{96BECEFE-D679-D936-6DFB-EEF0F79E124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18" name="Oval 246">
            <a:extLst>
              <a:ext uri="{FF2B5EF4-FFF2-40B4-BE49-F238E27FC236}">
                <a16:creationId xmlns:a16="http://schemas.microsoft.com/office/drawing/2014/main" id="{5ED01B68-ED4A-38A3-287C-7DA7DCC15BB5}"/>
              </a:ext>
            </a:extLst>
          </p:cNvPr>
          <p:cNvSpPr>
            <a:spLocks noChangeArrowheads="1"/>
          </p:cNvSpPr>
          <p:nvPr/>
        </p:nvSpPr>
        <p:spPr bwMode="auto">
          <a:xfrm>
            <a:off x="7435850" y="3736975"/>
            <a:ext cx="1198563" cy="369888"/>
          </a:xfrm>
          <a:prstGeom prst="ellipse">
            <a:avLst/>
          </a:prstGeom>
          <a:solidFill>
            <a:srgbClr val="B2B2B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9" name="Line 247">
            <a:extLst>
              <a:ext uri="{FF2B5EF4-FFF2-40B4-BE49-F238E27FC236}">
                <a16:creationId xmlns:a16="http://schemas.microsoft.com/office/drawing/2014/main" id="{39583135-CF32-F454-707C-DDF0BE2F7279}"/>
              </a:ext>
            </a:extLst>
          </p:cNvPr>
          <p:cNvSpPr>
            <a:spLocks noChangeShapeType="1"/>
          </p:cNvSpPr>
          <p:nvPr/>
        </p:nvSpPr>
        <p:spPr bwMode="auto">
          <a:xfrm>
            <a:off x="7445375" y="3716338"/>
            <a:ext cx="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Rectangle 248">
            <a:extLst>
              <a:ext uri="{FF2B5EF4-FFF2-40B4-BE49-F238E27FC236}">
                <a16:creationId xmlns:a16="http://schemas.microsoft.com/office/drawing/2014/main" id="{8B97BA38-BB8F-C067-AD6D-5C2DA26EE8A0}"/>
              </a:ext>
            </a:extLst>
          </p:cNvPr>
          <p:cNvSpPr>
            <a:spLocks noChangeArrowheads="1"/>
          </p:cNvSpPr>
          <p:nvPr/>
        </p:nvSpPr>
        <p:spPr bwMode="auto">
          <a:xfrm>
            <a:off x="7445375" y="3678238"/>
            <a:ext cx="1198563" cy="263525"/>
          </a:xfrm>
          <a:prstGeom prst="rect">
            <a:avLst/>
          </a:prstGeom>
          <a:solidFill>
            <a:srgbClr val="B2B2B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21" name="Oval 249">
            <a:extLst>
              <a:ext uri="{FF2B5EF4-FFF2-40B4-BE49-F238E27FC236}">
                <a16:creationId xmlns:a16="http://schemas.microsoft.com/office/drawing/2014/main" id="{3A597B84-D1DE-F8C9-0D0D-42B6080013B7}"/>
              </a:ext>
            </a:extLst>
          </p:cNvPr>
          <p:cNvSpPr>
            <a:spLocks noChangeArrowheads="1"/>
          </p:cNvSpPr>
          <p:nvPr/>
        </p:nvSpPr>
        <p:spPr bwMode="auto">
          <a:xfrm>
            <a:off x="7454900" y="3449638"/>
            <a:ext cx="1198563" cy="430212"/>
          </a:xfrm>
          <a:prstGeom prst="ellipse">
            <a:avLst/>
          </a:prstGeom>
          <a:solidFill>
            <a:srgbClr val="B2B2B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aphicFrame>
        <p:nvGraphicFramePr>
          <p:cNvPr id="22" name="Object 274">
            <a:extLst>
              <a:ext uri="{FF2B5EF4-FFF2-40B4-BE49-F238E27FC236}">
                <a16:creationId xmlns:a16="http://schemas.microsoft.com/office/drawing/2014/main" id="{78DA50B6-6C53-64D4-D28D-CDAAC8E938B8}"/>
              </a:ext>
            </a:extLst>
          </p:cNvPr>
          <p:cNvGraphicFramePr>
            <a:graphicFrameLocks noChangeAspect="1"/>
          </p:cNvGraphicFramePr>
          <p:nvPr>
            <p:extLst>
              <p:ext uri="{D42A27DB-BD31-4B8C-83A1-F6EECF244321}">
                <p14:modId xmlns:p14="http://schemas.microsoft.com/office/powerpoint/2010/main" val="2210309158"/>
              </p:ext>
            </p:extLst>
          </p:nvPr>
        </p:nvGraphicFramePr>
        <p:xfrm>
          <a:off x="9023350" y="2930525"/>
          <a:ext cx="646113" cy="533400"/>
        </p:xfrm>
        <a:graphic>
          <a:graphicData uri="http://schemas.openxmlformats.org/presentationml/2006/ole">
            <mc:AlternateContent xmlns:mc="http://schemas.openxmlformats.org/markup-compatibility/2006">
              <mc:Choice xmlns:v="urn:schemas-microsoft-com:vml" Requires="v">
                <p:oleObj name="Clip" r:id="rId5" imgW="1307263" imgH="1084139" progId="MS_ClipArt_Gallery.2">
                  <p:embed/>
                </p:oleObj>
              </mc:Choice>
              <mc:Fallback>
                <p:oleObj name="Clip" r:id="rId5" imgW="1307263" imgH="1084139" progId="MS_ClipArt_Gallery.2">
                  <p:embed/>
                  <p:pic>
                    <p:nvPicPr>
                      <p:cNvPr id="50192" name="Object 274">
                        <a:extLst>
                          <a:ext uri="{FF2B5EF4-FFF2-40B4-BE49-F238E27FC236}">
                            <a16:creationId xmlns:a16="http://schemas.microsoft.com/office/drawing/2014/main" id="{CE2A509F-D60F-00B9-A0AF-76D1B0C2AD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23350" y="2930525"/>
                        <a:ext cx="646113"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275">
            <a:extLst>
              <a:ext uri="{FF2B5EF4-FFF2-40B4-BE49-F238E27FC236}">
                <a16:creationId xmlns:a16="http://schemas.microsoft.com/office/drawing/2014/main" id="{52419FFB-717D-35C3-6D0C-E5C6A5D3CF97}"/>
              </a:ext>
            </a:extLst>
          </p:cNvPr>
          <p:cNvGraphicFramePr>
            <a:graphicFrameLocks noChangeAspect="1"/>
          </p:cNvGraphicFramePr>
          <p:nvPr>
            <p:extLst>
              <p:ext uri="{D42A27DB-BD31-4B8C-83A1-F6EECF244321}">
                <p14:modId xmlns:p14="http://schemas.microsoft.com/office/powerpoint/2010/main" val="3253478005"/>
              </p:ext>
            </p:extLst>
          </p:nvPr>
        </p:nvGraphicFramePr>
        <p:xfrm>
          <a:off x="2984500" y="2949575"/>
          <a:ext cx="646113" cy="533400"/>
        </p:xfrm>
        <a:graphic>
          <a:graphicData uri="http://schemas.openxmlformats.org/presentationml/2006/ole">
            <mc:AlternateContent xmlns:mc="http://schemas.openxmlformats.org/markup-compatibility/2006">
              <mc:Choice xmlns:v="urn:schemas-microsoft-com:vml" Requires="v">
                <p:oleObj name="Clip" r:id="rId6" imgW="1307263" imgH="1084139" progId="MS_ClipArt_Gallery.2">
                  <p:embed/>
                </p:oleObj>
              </mc:Choice>
              <mc:Fallback>
                <p:oleObj name="Clip" r:id="rId6" imgW="1307263" imgH="1084139" progId="MS_ClipArt_Gallery.2">
                  <p:embed/>
                  <p:pic>
                    <p:nvPicPr>
                      <p:cNvPr id="50193" name="Object 275">
                        <a:extLst>
                          <a:ext uri="{FF2B5EF4-FFF2-40B4-BE49-F238E27FC236}">
                            <a16:creationId xmlns:a16="http://schemas.microsoft.com/office/drawing/2014/main" id="{3D1A0694-A322-2822-5E86-2C77A1EE13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4500" y="2949575"/>
                        <a:ext cx="646113"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Line 276">
            <a:extLst>
              <a:ext uri="{FF2B5EF4-FFF2-40B4-BE49-F238E27FC236}">
                <a16:creationId xmlns:a16="http://schemas.microsoft.com/office/drawing/2014/main" id="{71B5AAE5-EDB7-9A63-E609-12CBA9A99272}"/>
              </a:ext>
            </a:extLst>
          </p:cNvPr>
          <p:cNvSpPr>
            <a:spLocks noChangeShapeType="1"/>
          </p:cNvSpPr>
          <p:nvPr/>
        </p:nvSpPr>
        <p:spPr bwMode="auto">
          <a:xfrm>
            <a:off x="3609975" y="3355975"/>
            <a:ext cx="5048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277">
            <a:extLst>
              <a:ext uri="{FF2B5EF4-FFF2-40B4-BE49-F238E27FC236}">
                <a16:creationId xmlns:a16="http://schemas.microsoft.com/office/drawing/2014/main" id="{C2FDB8BB-3945-F3B4-748A-02116AF2F4FE}"/>
              </a:ext>
            </a:extLst>
          </p:cNvPr>
          <p:cNvSpPr>
            <a:spLocks noChangeShapeType="1"/>
          </p:cNvSpPr>
          <p:nvPr/>
        </p:nvSpPr>
        <p:spPr bwMode="auto">
          <a:xfrm flipV="1">
            <a:off x="3914775" y="4341813"/>
            <a:ext cx="195263" cy="47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278">
            <a:extLst>
              <a:ext uri="{FF2B5EF4-FFF2-40B4-BE49-F238E27FC236}">
                <a16:creationId xmlns:a16="http://schemas.microsoft.com/office/drawing/2014/main" id="{2CFCC32A-E5D3-85A4-EABB-576D4C299CC0}"/>
              </a:ext>
            </a:extLst>
          </p:cNvPr>
          <p:cNvSpPr>
            <a:spLocks noChangeShapeType="1"/>
          </p:cNvSpPr>
          <p:nvPr/>
        </p:nvSpPr>
        <p:spPr bwMode="auto">
          <a:xfrm>
            <a:off x="5534025" y="3775075"/>
            <a:ext cx="193357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79">
            <a:extLst>
              <a:ext uri="{FF2B5EF4-FFF2-40B4-BE49-F238E27FC236}">
                <a16:creationId xmlns:a16="http://schemas.microsoft.com/office/drawing/2014/main" id="{A0F150E0-CFF8-5A0B-BF61-CE6E384CF5C9}"/>
              </a:ext>
            </a:extLst>
          </p:cNvPr>
          <p:cNvSpPr>
            <a:spLocks noChangeShapeType="1"/>
          </p:cNvSpPr>
          <p:nvPr/>
        </p:nvSpPr>
        <p:spPr bwMode="auto">
          <a:xfrm flipV="1">
            <a:off x="7639050" y="4108450"/>
            <a:ext cx="142875" cy="657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80">
            <a:extLst>
              <a:ext uri="{FF2B5EF4-FFF2-40B4-BE49-F238E27FC236}">
                <a16:creationId xmlns:a16="http://schemas.microsoft.com/office/drawing/2014/main" id="{244883E6-3923-1E7D-8B1A-F1F6AD5787C7}"/>
              </a:ext>
            </a:extLst>
          </p:cNvPr>
          <p:cNvSpPr>
            <a:spLocks noChangeShapeType="1"/>
          </p:cNvSpPr>
          <p:nvPr/>
        </p:nvSpPr>
        <p:spPr bwMode="auto">
          <a:xfrm flipV="1">
            <a:off x="8610600" y="3336925"/>
            <a:ext cx="504825" cy="266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84">
            <a:extLst>
              <a:ext uri="{FF2B5EF4-FFF2-40B4-BE49-F238E27FC236}">
                <a16:creationId xmlns:a16="http://schemas.microsoft.com/office/drawing/2014/main" id="{575812F7-EC0E-7809-C306-C62611A99EB9}"/>
              </a:ext>
            </a:extLst>
          </p:cNvPr>
          <p:cNvSpPr>
            <a:spLocks noChangeShapeType="1"/>
          </p:cNvSpPr>
          <p:nvPr/>
        </p:nvSpPr>
        <p:spPr bwMode="auto">
          <a:xfrm flipH="1">
            <a:off x="4114800" y="3346450"/>
            <a:ext cx="0" cy="10001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285">
            <a:extLst>
              <a:ext uri="{FF2B5EF4-FFF2-40B4-BE49-F238E27FC236}">
                <a16:creationId xmlns:a16="http://schemas.microsoft.com/office/drawing/2014/main" id="{C2ADE511-3895-24B5-E8B4-820544D90CF2}"/>
              </a:ext>
            </a:extLst>
          </p:cNvPr>
          <p:cNvSpPr>
            <a:spLocks noChangeShapeType="1"/>
          </p:cNvSpPr>
          <p:nvPr/>
        </p:nvSpPr>
        <p:spPr bwMode="auto">
          <a:xfrm>
            <a:off x="4124325" y="3779838"/>
            <a:ext cx="2000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Rectangle 287">
            <a:extLst>
              <a:ext uri="{FF2B5EF4-FFF2-40B4-BE49-F238E27FC236}">
                <a16:creationId xmlns:a16="http://schemas.microsoft.com/office/drawing/2014/main" id="{FAA581B3-31A3-5AB1-D7BA-17118646F152}"/>
              </a:ext>
            </a:extLst>
          </p:cNvPr>
          <p:cNvSpPr>
            <a:spLocks noChangeArrowheads="1"/>
          </p:cNvSpPr>
          <p:nvPr/>
        </p:nvSpPr>
        <p:spPr bwMode="auto">
          <a:xfrm>
            <a:off x="5567363" y="3570288"/>
            <a:ext cx="147637" cy="2000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2" name="Rectangle 288">
            <a:extLst>
              <a:ext uri="{FF2B5EF4-FFF2-40B4-BE49-F238E27FC236}">
                <a16:creationId xmlns:a16="http://schemas.microsoft.com/office/drawing/2014/main" id="{0B06DF29-6618-14EE-CCBB-FEF318CEC549}"/>
              </a:ext>
            </a:extLst>
          </p:cNvPr>
          <p:cNvSpPr>
            <a:spLocks noChangeArrowheads="1"/>
          </p:cNvSpPr>
          <p:nvPr/>
        </p:nvSpPr>
        <p:spPr bwMode="auto">
          <a:xfrm>
            <a:off x="5729288" y="3570288"/>
            <a:ext cx="147637" cy="200025"/>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3" name="Rectangle 289">
            <a:extLst>
              <a:ext uri="{FF2B5EF4-FFF2-40B4-BE49-F238E27FC236}">
                <a16:creationId xmlns:a16="http://schemas.microsoft.com/office/drawing/2014/main" id="{79F6F4AD-8E4D-7EAF-CBF5-5C39173B5BAB}"/>
              </a:ext>
            </a:extLst>
          </p:cNvPr>
          <p:cNvSpPr>
            <a:spLocks noChangeArrowheads="1"/>
          </p:cNvSpPr>
          <p:nvPr/>
        </p:nvSpPr>
        <p:spPr bwMode="auto">
          <a:xfrm>
            <a:off x="5891213" y="3570288"/>
            <a:ext cx="147637" cy="2000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4" name="Rectangle 290">
            <a:extLst>
              <a:ext uri="{FF2B5EF4-FFF2-40B4-BE49-F238E27FC236}">
                <a16:creationId xmlns:a16="http://schemas.microsoft.com/office/drawing/2014/main" id="{B55B936A-B585-7C67-069A-0E0F5CA58430}"/>
              </a:ext>
            </a:extLst>
          </p:cNvPr>
          <p:cNvSpPr>
            <a:spLocks noChangeArrowheads="1"/>
          </p:cNvSpPr>
          <p:nvPr/>
        </p:nvSpPr>
        <p:spPr bwMode="auto">
          <a:xfrm>
            <a:off x="6053138" y="3570288"/>
            <a:ext cx="147637" cy="2000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5" name="Rectangle 291">
            <a:extLst>
              <a:ext uri="{FF2B5EF4-FFF2-40B4-BE49-F238E27FC236}">
                <a16:creationId xmlns:a16="http://schemas.microsoft.com/office/drawing/2014/main" id="{EA4C42AE-3F4F-0729-BFB8-D5F67F4941AA}"/>
              </a:ext>
            </a:extLst>
          </p:cNvPr>
          <p:cNvSpPr>
            <a:spLocks noChangeArrowheads="1"/>
          </p:cNvSpPr>
          <p:nvPr/>
        </p:nvSpPr>
        <p:spPr bwMode="auto">
          <a:xfrm>
            <a:off x="6215063" y="3570288"/>
            <a:ext cx="147637" cy="200025"/>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6" name="Rectangle 292">
            <a:extLst>
              <a:ext uri="{FF2B5EF4-FFF2-40B4-BE49-F238E27FC236}">
                <a16:creationId xmlns:a16="http://schemas.microsoft.com/office/drawing/2014/main" id="{8D0713EF-6310-5040-16DA-FEE19B7814B1}"/>
              </a:ext>
            </a:extLst>
          </p:cNvPr>
          <p:cNvSpPr>
            <a:spLocks noChangeArrowheads="1"/>
          </p:cNvSpPr>
          <p:nvPr/>
        </p:nvSpPr>
        <p:spPr bwMode="auto">
          <a:xfrm>
            <a:off x="6586538" y="3570288"/>
            <a:ext cx="147637" cy="200025"/>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37" name="Rectangle 293">
            <a:extLst>
              <a:ext uri="{FF2B5EF4-FFF2-40B4-BE49-F238E27FC236}">
                <a16:creationId xmlns:a16="http://schemas.microsoft.com/office/drawing/2014/main" id="{4F90218A-A3A4-5CDC-81A5-BF17438F2BF8}"/>
              </a:ext>
            </a:extLst>
          </p:cNvPr>
          <p:cNvSpPr>
            <a:spLocks noChangeArrowheads="1"/>
          </p:cNvSpPr>
          <p:nvPr/>
        </p:nvSpPr>
        <p:spPr bwMode="auto">
          <a:xfrm>
            <a:off x="7024688" y="3565525"/>
            <a:ext cx="147637" cy="2000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38" name="Group 311">
            <a:extLst>
              <a:ext uri="{FF2B5EF4-FFF2-40B4-BE49-F238E27FC236}">
                <a16:creationId xmlns:a16="http://schemas.microsoft.com/office/drawing/2014/main" id="{0BE9958D-5398-3199-0A5C-B25262CDEB87}"/>
              </a:ext>
            </a:extLst>
          </p:cNvPr>
          <p:cNvGrpSpPr>
            <a:grpSpLocks/>
          </p:cNvGrpSpPr>
          <p:nvPr/>
        </p:nvGrpSpPr>
        <p:grpSpPr bwMode="auto">
          <a:xfrm>
            <a:off x="4876800" y="3646488"/>
            <a:ext cx="633413" cy="200025"/>
            <a:chOff x="1800" y="1425"/>
            <a:chExt cx="399" cy="126"/>
          </a:xfrm>
        </p:grpSpPr>
        <p:sp>
          <p:nvSpPr>
            <p:cNvPr id="74" name="Rectangle 294">
              <a:extLst>
                <a:ext uri="{FF2B5EF4-FFF2-40B4-BE49-F238E27FC236}">
                  <a16:creationId xmlns:a16="http://schemas.microsoft.com/office/drawing/2014/main" id="{685F561C-E000-C2B7-CDC5-820E36F9BC83}"/>
                </a:ext>
              </a:extLst>
            </p:cNvPr>
            <p:cNvSpPr>
              <a:spLocks noChangeArrowheads="1"/>
            </p:cNvSpPr>
            <p:nvPr/>
          </p:nvSpPr>
          <p:spPr bwMode="auto">
            <a:xfrm>
              <a:off x="1800" y="1425"/>
              <a:ext cx="93" cy="126"/>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75" name="Rectangle 295">
              <a:extLst>
                <a:ext uri="{FF2B5EF4-FFF2-40B4-BE49-F238E27FC236}">
                  <a16:creationId xmlns:a16="http://schemas.microsoft.com/office/drawing/2014/main" id="{45862B4F-9C1E-D6AD-D056-368091C42EBE}"/>
                </a:ext>
              </a:extLst>
            </p:cNvPr>
            <p:cNvSpPr>
              <a:spLocks noChangeArrowheads="1"/>
            </p:cNvSpPr>
            <p:nvPr/>
          </p:nvSpPr>
          <p:spPr bwMode="auto">
            <a:xfrm>
              <a:off x="1902" y="1425"/>
              <a:ext cx="93" cy="12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76" name="Rectangle 296">
              <a:extLst>
                <a:ext uri="{FF2B5EF4-FFF2-40B4-BE49-F238E27FC236}">
                  <a16:creationId xmlns:a16="http://schemas.microsoft.com/office/drawing/2014/main" id="{1CA44013-2EA9-BAA8-F1D9-21AAB5692021}"/>
                </a:ext>
              </a:extLst>
            </p:cNvPr>
            <p:cNvSpPr>
              <a:spLocks noChangeArrowheads="1"/>
            </p:cNvSpPr>
            <p:nvPr/>
          </p:nvSpPr>
          <p:spPr bwMode="auto">
            <a:xfrm>
              <a:off x="2004" y="1425"/>
              <a:ext cx="93" cy="126"/>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77" name="Rectangle 297">
              <a:extLst>
                <a:ext uri="{FF2B5EF4-FFF2-40B4-BE49-F238E27FC236}">
                  <a16:creationId xmlns:a16="http://schemas.microsoft.com/office/drawing/2014/main" id="{86641A4F-7DF3-3F84-5E05-C069270D8C63}"/>
                </a:ext>
              </a:extLst>
            </p:cNvPr>
            <p:cNvSpPr>
              <a:spLocks noChangeArrowheads="1"/>
            </p:cNvSpPr>
            <p:nvPr/>
          </p:nvSpPr>
          <p:spPr bwMode="auto">
            <a:xfrm>
              <a:off x="2106" y="1425"/>
              <a:ext cx="93" cy="126"/>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sp>
        <p:nvSpPr>
          <p:cNvPr id="78" name="Rectangle 298">
            <a:extLst>
              <a:ext uri="{FF2B5EF4-FFF2-40B4-BE49-F238E27FC236}">
                <a16:creationId xmlns:a16="http://schemas.microsoft.com/office/drawing/2014/main" id="{581E1DB7-DBDA-8DC1-3208-63883CEBACD4}"/>
              </a:ext>
            </a:extLst>
          </p:cNvPr>
          <p:cNvSpPr>
            <a:spLocks noChangeArrowheads="1"/>
          </p:cNvSpPr>
          <p:nvPr/>
        </p:nvSpPr>
        <p:spPr bwMode="auto">
          <a:xfrm>
            <a:off x="4148138" y="3546475"/>
            <a:ext cx="147637" cy="2000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79" name="Rectangle 299">
            <a:extLst>
              <a:ext uri="{FF2B5EF4-FFF2-40B4-BE49-F238E27FC236}">
                <a16:creationId xmlns:a16="http://schemas.microsoft.com/office/drawing/2014/main" id="{97ADCB9E-A125-CBA8-FB06-A4166598C1D9}"/>
              </a:ext>
            </a:extLst>
          </p:cNvPr>
          <p:cNvSpPr>
            <a:spLocks noChangeArrowheads="1"/>
          </p:cNvSpPr>
          <p:nvPr/>
        </p:nvSpPr>
        <p:spPr bwMode="auto">
          <a:xfrm>
            <a:off x="3929063" y="4117975"/>
            <a:ext cx="147637" cy="200025"/>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80" name="Line 300">
            <a:extLst>
              <a:ext uri="{FF2B5EF4-FFF2-40B4-BE49-F238E27FC236}">
                <a16:creationId xmlns:a16="http://schemas.microsoft.com/office/drawing/2014/main" id="{2043952B-1E6C-3E8E-FFD1-2E285CA9D4DE}"/>
              </a:ext>
            </a:extLst>
          </p:cNvPr>
          <p:cNvSpPr>
            <a:spLocks noChangeShapeType="1"/>
          </p:cNvSpPr>
          <p:nvPr/>
        </p:nvSpPr>
        <p:spPr bwMode="auto">
          <a:xfrm>
            <a:off x="4324350" y="3651250"/>
            <a:ext cx="242888" cy="47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1" name="Line 301">
            <a:extLst>
              <a:ext uri="{FF2B5EF4-FFF2-40B4-BE49-F238E27FC236}">
                <a16:creationId xmlns:a16="http://schemas.microsoft.com/office/drawing/2014/main" id="{06AC96FC-2CB7-AC5B-A031-450221CEAD34}"/>
              </a:ext>
            </a:extLst>
          </p:cNvPr>
          <p:cNvSpPr>
            <a:spLocks noChangeShapeType="1"/>
          </p:cNvSpPr>
          <p:nvPr/>
        </p:nvSpPr>
        <p:spPr bwMode="auto">
          <a:xfrm flipV="1">
            <a:off x="3990975" y="3927475"/>
            <a:ext cx="0" cy="1762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 name="Line 302">
            <a:extLst>
              <a:ext uri="{FF2B5EF4-FFF2-40B4-BE49-F238E27FC236}">
                <a16:creationId xmlns:a16="http://schemas.microsoft.com/office/drawing/2014/main" id="{C616FD3D-C2E0-379C-BB84-83272D71DDE9}"/>
              </a:ext>
            </a:extLst>
          </p:cNvPr>
          <p:cNvSpPr>
            <a:spLocks noChangeShapeType="1"/>
          </p:cNvSpPr>
          <p:nvPr/>
        </p:nvSpPr>
        <p:spPr bwMode="auto">
          <a:xfrm>
            <a:off x="5948363" y="3460750"/>
            <a:ext cx="10620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3" name="Text Box 303">
            <a:extLst>
              <a:ext uri="{FF2B5EF4-FFF2-40B4-BE49-F238E27FC236}">
                <a16:creationId xmlns:a16="http://schemas.microsoft.com/office/drawing/2014/main" id="{E0CC3D9E-2D46-74FB-0379-EEAA5ADF2F91}"/>
              </a:ext>
            </a:extLst>
          </p:cNvPr>
          <p:cNvSpPr txBox="1">
            <a:spLocks noChangeArrowheads="1"/>
          </p:cNvSpPr>
          <p:nvPr/>
        </p:nvSpPr>
        <p:spPr bwMode="auto">
          <a:xfrm>
            <a:off x="2632075" y="2973388"/>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accent1"/>
                </a:solidFill>
              </a:rPr>
              <a:t>A</a:t>
            </a:r>
            <a:endParaRPr lang="en-US" altLang="en-US" sz="2400">
              <a:solidFill>
                <a:schemeClr val="accent1"/>
              </a:solidFill>
              <a:latin typeface="Times New Roman" panose="02020603050405020304" pitchFamily="18" charset="0"/>
            </a:endParaRPr>
          </a:p>
        </p:txBody>
      </p:sp>
      <p:sp>
        <p:nvSpPr>
          <p:cNvPr id="84" name="Text Box 304">
            <a:extLst>
              <a:ext uri="{FF2B5EF4-FFF2-40B4-BE49-F238E27FC236}">
                <a16:creationId xmlns:a16="http://schemas.microsoft.com/office/drawing/2014/main" id="{374DEA1B-7A9E-17C5-94DB-8091272420EB}"/>
              </a:ext>
            </a:extLst>
          </p:cNvPr>
          <p:cNvSpPr txBox="1">
            <a:spLocks noChangeArrowheads="1"/>
          </p:cNvSpPr>
          <p:nvPr/>
        </p:nvSpPr>
        <p:spPr bwMode="auto">
          <a:xfrm>
            <a:off x="2908300" y="3992563"/>
            <a:ext cx="376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accent2"/>
                </a:solidFill>
              </a:rPr>
              <a:t>B</a:t>
            </a:r>
            <a:endParaRPr lang="en-US" altLang="en-US" sz="2400">
              <a:solidFill>
                <a:schemeClr val="accent1"/>
              </a:solidFill>
              <a:latin typeface="Times New Roman" panose="02020603050405020304" pitchFamily="18" charset="0"/>
            </a:endParaRPr>
          </a:p>
        </p:txBody>
      </p:sp>
      <p:sp>
        <p:nvSpPr>
          <p:cNvPr id="85" name="Text Box 305">
            <a:extLst>
              <a:ext uri="{FF2B5EF4-FFF2-40B4-BE49-F238E27FC236}">
                <a16:creationId xmlns:a16="http://schemas.microsoft.com/office/drawing/2014/main" id="{344C34AF-C230-8A38-E018-8D169F7D6E85}"/>
              </a:ext>
            </a:extLst>
          </p:cNvPr>
          <p:cNvSpPr txBox="1">
            <a:spLocks noChangeArrowheads="1"/>
          </p:cNvSpPr>
          <p:nvPr/>
        </p:nvSpPr>
        <p:spPr bwMode="auto">
          <a:xfrm>
            <a:off x="8623300" y="2849563"/>
            <a:ext cx="368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C</a:t>
            </a:r>
            <a:endParaRPr lang="en-US" altLang="en-US" sz="2400">
              <a:solidFill>
                <a:schemeClr val="accent1"/>
              </a:solidFill>
              <a:latin typeface="Times New Roman" panose="02020603050405020304" pitchFamily="18" charset="0"/>
            </a:endParaRPr>
          </a:p>
        </p:txBody>
      </p:sp>
      <p:sp>
        <p:nvSpPr>
          <p:cNvPr id="86" name="Text Box 308">
            <a:extLst>
              <a:ext uri="{FF2B5EF4-FFF2-40B4-BE49-F238E27FC236}">
                <a16:creationId xmlns:a16="http://schemas.microsoft.com/office/drawing/2014/main" id="{C4102876-B11F-752D-C735-67820153A647}"/>
              </a:ext>
            </a:extLst>
          </p:cNvPr>
          <p:cNvSpPr txBox="1">
            <a:spLocks noChangeArrowheads="1"/>
          </p:cNvSpPr>
          <p:nvPr/>
        </p:nvSpPr>
        <p:spPr bwMode="auto">
          <a:xfrm>
            <a:off x="3632200" y="2697163"/>
            <a:ext cx="13144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100 Mb/s</a:t>
            </a:r>
          </a:p>
          <a:p>
            <a:pPr>
              <a:spcBef>
                <a:spcPct val="0"/>
              </a:spcBef>
              <a:buClrTx/>
              <a:buSzTx/>
              <a:buFontTx/>
              <a:buNone/>
            </a:pPr>
            <a:r>
              <a:rPr lang="en-US" altLang="en-US" sz="2000"/>
              <a:t>Ethernet</a:t>
            </a:r>
            <a:endParaRPr lang="en-US" altLang="en-US" sz="2400">
              <a:solidFill>
                <a:schemeClr val="accent1"/>
              </a:solidFill>
              <a:latin typeface="Times New Roman" panose="02020603050405020304" pitchFamily="18" charset="0"/>
            </a:endParaRPr>
          </a:p>
        </p:txBody>
      </p:sp>
      <p:sp>
        <p:nvSpPr>
          <p:cNvPr id="87" name="Text Box 309">
            <a:extLst>
              <a:ext uri="{FF2B5EF4-FFF2-40B4-BE49-F238E27FC236}">
                <a16:creationId xmlns:a16="http://schemas.microsoft.com/office/drawing/2014/main" id="{7D90F80A-2AFD-C246-D579-6D0DDDC9E119}"/>
              </a:ext>
            </a:extLst>
          </p:cNvPr>
          <p:cNvSpPr txBox="1">
            <a:spLocks noChangeArrowheads="1"/>
          </p:cNvSpPr>
          <p:nvPr/>
        </p:nvSpPr>
        <p:spPr bwMode="auto">
          <a:xfrm>
            <a:off x="5775325" y="3811588"/>
            <a:ext cx="1222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1.5 Mb/s</a:t>
            </a:r>
            <a:endParaRPr lang="en-US" altLang="en-US" sz="2400">
              <a:solidFill>
                <a:schemeClr val="accent1"/>
              </a:solidFill>
              <a:latin typeface="Times New Roman" panose="02020603050405020304" pitchFamily="18" charset="0"/>
            </a:endParaRPr>
          </a:p>
        </p:txBody>
      </p:sp>
      <p:sp>
        <p:nvSpPr>
          <p:cNvPr id="88" name="Text Box 310">
            <a:extLst>
              <a:ext uri="{FF2B5EF4-FFF2-40B4-BE49-F238E27FC236}">
                <a16:creationId xmlns:a16="http://schemas.microsoft.com/office/drawing/2014/main" id="{C7131F3B-2D0E-7481-E1C7-3C710F1937AD}"/>
              </a:ext>
            </a:extLst>
          </p:cNvPr>
          <p:cNvSpPr txBox="1">
            <a:spLocks noChangeArrowheads="1"/>
          </p:cNvSpPr>
          <p:nvPr/>
        </p:nvSpPr>
        <p:spPr bwMode="auto">
          <a:xfrm>
            <a:off x="8042275" y="43783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solidFill>
                <a:schemeClr val="accent1"/>
              </a:solidFill>
              <a:latin typeface="Times New Roman" panose="02020603050405020304" pitchFamily="18" charset="0"/>
            </a:endParaRPr>
          </a:p>
        </p:txBody>
      </p:sp>
      <p:sp>
        <p:nvSpPr>
          <p:cNvPr id="89" name="Rectangle 313">
            <a:extLst>
              <a:ext uri="{FF2B5EF4-FFF2-40B4-BE49-F238E27FC236}">
                <a16:creationId xmlns:a16="http://schemas.microsoft.com/office/drawing/2014/main" id="{DC3DF447-AD94-7C78-3949-7631B67CF070}"/>
              </a:ext>
            </a:extLst>
          </p:cNvPr>
          <p:cNvSpPr>
            <a:spLocks noChangeArrowheads="1"/>
          </p:cNvSpPr>
          <p:nvPr/>
        </p:nvSpPr>
        <p:spPr bwMode="auto">
          <a:xfrm>
            <a:off x="7486650" y="3589338"/>
            <a:ext cx="147638" cy="200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90" name="Rectangle 314">
            <a:extLst>
              <a:ext uri="{FF2B5EF4-FFF2-40B4-BE49-F238E27FC236}">
                <a16:creationId xmlns:a16="http://schemas.microsoft.com/office/drawing/2014/main" id="{4D0B98FF-E232-2985-D667-2BF1E65A964E}"/>
              </a:ext>
            </a:extLst>
          </p:cNvPr>
          <p:cNvSpPr>
            <a:spLocks noChangeArrowheads="1"/>
          </p:cNvSpPr>
          <p:nvPr/>
        </p:nvSpPr>
        <p:spPr bwMode="auto">
          <a:xfrm>
            <a:off x="7648575" y="3589338"/>
            <a:ext cx="147638" cy="200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91" name="Rectangle 315">
            <a:extLst>
              <a:ext uri="{FF2B5EF4-FFF2-40B4-BE49-F238E27FC236}">
                <a16:creationId xmlns:a16="http://schemas.microsoft.com/office/drawing/2014/main" id="{08C4B9B1-C714-9188-9D29-B64665C93294}"/>
              </a:ext>
            </a:extLst>
          </p:cNvPr>
          <p:cNvSpPr>
            <a:spLocks noChangeArrowheads="1"/>
          </p:cNvSpPr>
          <p:nvPr/>
        </p:nvSpPr>
        <p:spPr bwMode="auto">
          <a:xfrm>
            <a:off x="7810500" y="3589338"/>
            <a:ext cx="147638" cy="200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92" name="Group 319">
            <a:extLst>
              <a:ext uri="{FF2B5EF4-FFF2-40B4-BE49-F238E27FC236}">
                <a16:creationId xmlns:a16="http://schemas.microsoft.com/office/drawing/2014/main" id="{78576BA4-0108-5684-14B7-FD8DA78DB7C9}"/>
              </a:ext>
            </a:extLst>
          </p:cNvPr>
          <p:cNvGrpSpPr>
            <a:grpSpLocks/>
          </p:cNvGrpSpPr>
          <p:nvPr/>
        </p:nvGrpSpPr>
        <p:grpSpPr bwMode="auto">
          <a:xfrm rot="-1962567">
            <a:off x="7734300" y="3808413"/>
            <a:ext cx="633413" cy="200025"/>
            <a:chOff x="4176" y="2211"/>
            <a:chExt cx="399" cy="126"/>
          </a:xfrm>
        </p:grpSpPr>
        <p:sp>
          <p:nvSpPr>
            <p:cNvPr id="93" name="Rectangle 320">
              <a:extLst>
                <a:ext uri="{FF2B5EF4-FFF2-40B4-BE49-F238E27FC236}">
                  <a16:creationId xmlns:a16="http://schemas.microsoft.com/office/drawing/2014/main" id="{1D5EEE3F-43F9-2E46-5B9B-70F54783CF6C}"/>
                </a:ext>
              </a:extLst>
            </p:cNvPr>
            <p:cNvSpPr>
              <a:spLocks noChangeArrowheads="1"/>
            </p:cNvSpPr>
            <p:nvPr/>
          </p:nvSpPr>
          <p:spPr bwMode="auto">
            <a:xfrm>
              <a:off x="4176"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94" name="Rectangle 321">
              <a:extLst>
                <a:ext uri="{FF2B5EF4-FFF2-40B4-BE49-F238E27FC236}">
                  <a16:creationId xmlns:a16="http://schemas.microsoft.com/office/drawing/2014/main" id="{D0301263-657A-2BE2-FD8F-E0A863779A63}"/>
                </a:ext>
              </a:extLst>
            </p:cNvPr>
            <p:cNvSpPr>
              <a:spLocks noChangeArrowheads="1"/>
            </p:cNvSpPr>
            <p:nvPr/>
          </p:nvSpPr>
          <p:spPr bwMode="auto">
            <a:xfrm>
              <a:off x="4278"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95" name="Rectangle 322">
              <a:extLst>
                <a:ext uri="{FF2B5EF4-FFF2-40B4-BE49-F238E27FC236}">
                  <a16:creationId xmlns:a16="http://schemas.microsoft.com/office/drawing/2014/main" id="{CE8091CC-2E87-883F-84A7-870E3F6718C0}"/>
                </a:ext>
              </a:extLst>
            </p:cNvPr>
            <p:cNvSpPr>
              <a:spLocks noChangeArrowheads="1"/>
            </p:cNvSpPr>
            <p:nvPr/>
          </p:nvSpPr>
          <p:spPr bwMode="auto">
            <a:xfrm>
              <a:off x="4380"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96" name="Rectangle 323">
              <a:extLst>
                <a:ext uri="{FF2B5EF4-FFF2-40B4-BE49-F238E27FC236}">
                  <a16:creationId xmlns:a16="http://schemas.microsoft.com/office/drawing/2014/main" id="{710B807B-1B69-5909-590E-75499FBED10B}"/>
                </a:ext>
              </a:extLst>
            </p:cNvPr>
            <p:cNvSpPr>
              <a:spLocks noChangeArrowheads="1"/>
            </p:cNvSpPr>
            <p:nvPr/>
          </p:nvSpPr>
          <p:spPr bwMode="auto">
            <a:xfrm>
              <a:off x="4482"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nvGrpSpPr>
          <p:cNvPr id="97" name="Group 331">
            <a:extLst>
              <a:ext uri="{FF2B5EF4-FFF2-40B4-BE49-F238E27FC236}">
                <a16:creationId xmlns:a16="http://schemas.microsoft.com/office/drawing/2014/main" id="{08842D77-2E89-CB52-0339-F7B186A8328B}"/>
              </a:ext>
            </a:extLst>
          </p:cNvPr>
          <p:cNvGrpSpPr>
            <a:grpSpLocks/>
          </p:cNvGrpSpPr>
          <p:nvPr/>
        </p:nvGrpSpPr>
        <p:grpSpPr bwMode="auto">
          <a:xfrm>
            <a:off x="5699125" y="4725988"/>
            <a:ext cx="3117850" cy="1471612"/>
            <a:chOff x="1646" y="2009"/>
            <a:chExt cx="1964" cy="927"/>
          </a:xfrm>
        </p:grpSpPr>
        <p:graphicFrame>
          <p:nvGraphicFramePr>
            <p:cNvPr id="98" name="Object 11">
              <a:extLst>
                <a:ext uri="{FF2B5EF4-FFF2-40B4-BE49-F238E27FC236}">
                  <a16:creationId xmlns:a16="http://schemas.microsoft.com/office/drawing/2014/main" id="{A01119A2-D8C9-1E7E-5C26-9EE3A6D057F3}"/>
                </a:ext>
              </a:extLst>
            </p:cNvPr>
            <p:cNvGraphicFramePr>
              <a:graphicFrameLocks noChangeAspect="1"/>
            </p:cNvGraphicFramePr>
            <p:nvPr/>
          </p:nvGraphicFramePr>
          <p:xfrm>
            <a:off x="2960" y="2600"/>
            <a:ext cx="407" cy="336"/>
          </p:xfrm>
          <a:graphic>
            <a:graphicData uri="http://schemas.openxmlformats.org/presentationml/2006/ole">
              <mc:AlternateContent xmlns:mc="http://schemas.openxmlformats.org/markup-compatibility/2006">
                <mc:Choice xmlns:v="urn:schemas-microsoft-com:vml" Requires="v">
                  <p:oleObj name="Clip" r:id="rId7" imgW="1307263" imgH="1084139" progId="MS_ClipArt_Gallery.2">
                    <p:embed/>
                  </p:oleObj>
                </mc:Choice>
                <mc:Fallback>
                  <p:oleObj name="Clip" r:id="rId7" imgW="1307263" imgH="1084139" progId="MS_ClipArt_Gallery.2">
                    <p:embed/>
                    <p:pic>
                      <p:nvPicPr>
                        <p:cNvPr id="50228" name="Object 11">
                          <a:extLst>
                            <a:ext uri="{FF2B5EF4-FFF2-40B4-BE49-F238E27FC236}">
                              <a16:creationId xmlns:a16="http://schemas.microsoft.com/office/drawing/2014/main" id="{EC684A79-2B7D-B77B-9D87-CCBCCA95EA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0" y="2600"/>
                          <a:ext cx="40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9" name="Group 259">
              <a:extLst>
                <a:ext uri="{FF2B5EF4-FFF2-40B4-BE49-F238E27FC236}">
                  <a16:creationId xmlns:a16="http://schemas.microsoft.com/office/drawing/2014/main" id="{20546DAF-95CF-68B6-9259-002B68A1F2E9}"/>
                </a:ext>
              </a:extLst>
            </p:cNvPr>
            <p:cNvGrpSpPr>
              <a:grpSpLocks/>
            </p:cNvGrpSpPr>
            <p:nvPr/>
          </p:nvGrpSpPr>
          <p:grpSpPr bwMode="auto">
            <a:xfrm>
              <a:off x="2428" y="2009"/>
              <a:ext cx="761" cy="420"/>
              <a:chOff x="1462" y="1283"/>
              <a:chExt cx="761" cy="420"/>
            </a:xfrm>
          </p:grpSpPr>
          <p:sp>
            <p:nvSpPr>
              <p:cNvPr id="110" name="Oval 260">
                <a:extLst>
                  <a:ext uri="{FF2B5EF4-FFF2-40B4-BE49-F238E27FC236}">
                    <a16:creationId xmlns:a16="http://schemas.microsoft.com/office/drawing/2014/main" id="{E62D156E-7BDF-972E-9915-675F52395590}"/>
                  </a:ext>
                </a:extLst>
              </p:cNvPr>
              <p:cNvSpPr>
                <a:spLocks noChangeArrowheads="1"/>
              </p:cNvSpPr>
              <p:nvPr/>
            </p:nvSpPr>
            <p:spPr bwMode="auto">
              <a:xfrm>
                <a:off x="1462" y="1470"/>
                <a:ext cx="755" cy="233"/>
              </a:xfrm>
              <a:prstGeom prst="ellipse">
                <a:avLst/>
              </a:prstGeom>
              <a:solidFill>
                <a:srgbClr val="B2B2B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11" name="Line 261">
                <a:extLst>
                  <a:ext uri="{FF2B5EF4-FFF2-40B4-BE49-F238E27FC236}">
                    <a16:creationId xmlns:a16="http://schemas.microsoft.com/office/drawing/2014/main" id="{8EDE2C27-298D-928A-3FED-EC769C067347}"/>
                  </a:ext>
                </a:extLst>
              </p:cNvPr>
              <p:cNvSpPr>
                <a:spLocks noChangeShapeType="1"/>
              </p:cNvSpPr>
              <p:nvPr/>
            </p:nvSpPr>
            <p:spPr bwMode="auto">
              <a:xfrm>
                <a:off x="1462" y="1451"/>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 name="Rectangle 262">
                <a:extLst>
                  <a:ext uri="{FF2B5EF4-FFF2-40B4-BE49-F238E27FC236}">
                    <a16:creationId xmlns:a16="http://schemas.microsoft.com/office/drawing/2014/main" id="{943C5B38-DF74-2918-0F8F-6E857106DF1E}"/>
                  </a:ext>
                </a:extLst>
              </p:cNvPr>
              <p:cNvSpPr>
                <a:spLocks noChangeArrowheads="1"/>
              </p:cNvSpPr>
              <p:nvPr/>
            </p:nvSpPr>
            <p:spPr bwMode="auto">
              <a:xfrm>
                <a:off x="1462" y="1427"/>
                <a:ext cx="755" cy="166"/>
              </a:xfrm>
              <a:prstGeom prst="rect">
                <a:avLst/>
              </a:prstGeom>
              <a:solidFill>
                <a:srgbClr val="B2B2B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vi-VN" altLang="en-US" sz="2400">
                  <a:latin typeface="Times New Roman" panose="02020603050405020304" pitchFamily="18" charset="0"/>
                </a:endParaRPr>
              </a:p>
            </p:txBody>
          </p:sp>
          <p:sp>
            <p:nvSpPr>
              <p:cNvPr id="113" name="Oval 263">
                <a:extLst>
                  <a:ext uri="{FF2B5EF4-FFF2-40B4-BE49-F238E27FC236}">
                    <a16:creationId xmlns:a16="http://schemas.microsoft.com/office/drawing/2014/main" id="{4D19C76D-3D1D-30CE-ED07-61AD5CC02AED}"/>
                  </a:ext>
                </a:extLst>
              </p:cNvPr>
              <p:cNvSpPr>
                <a:spLocks noChangeArrowheads="1"/>
              </p:cNvSpPr>
              <p:nvPr/>
            </p:nvSpPr>
            <p:spPr bwMode="auto">
              <a:xfrm>
                <a:off x="1468" y="1283"/>
                <a:ext cx="755" cy="271"/>
              </a:xfrm>
              <a:prstGeom prst="ellipse">
                <a:avLst/>
              </a:prstGeom>
              <a:solidFill>
                <a:srgbClr val="B2B2B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nvGrpSpPr>
              <p:cNvPr id="114" name="Group 264">
                <a:extLst>
                  <a:ext uri="{FF2B5EF4-FFF2-40B4-BE49-F238E27FC236}">
                    <a16:creationId xmlns:a16="http://schemas.microsoft.com/office/drawing/2014/main" id="{286737D6-1F62-30F6-242A-01250F0A1FD1}"/>
                  </a:ext>
                </a:extLst>
              </p:cNvPr>
              <p:cNvGrpSpPr>
                <a:grpSpLocks/>
              </p:cNvGrpSpPr>
              <p:nvPr/>
            </p:nvGrpSpPr>
            <p:grpSpPr bwMode="auto">
              <a:xfrm>
                <a:off x="1686" y="1302"/>
                <a:ext cx="314" cy="75"/>
                <a:chOff x="2208" y="2184"/>
                <a:chExt cx="176" cy="69"/>
              </a:xfrm>
            </p:grpSpPr>
            <p:grpSp>
              <p:nvGrpSpPr>
                <p:cNvPr id="115" name="Group 265">
                  <a:extLst>
                    <a:ext uri="{FF2B5EF4-FFF2-40B4-BE49-F238E27FC236}">
                      <a16:creationId xmlns:a16="http://schemas.microsoft.com/office/drawing/2014/main" id="{61D93467-692B-22DD-19D3-1D230EA87C30}"/>
                    </a:ext>
                  </a:extLst>
                </p:cNvPr>
                <p:cNvGrpSpPr>
                  <a:grpSpLocks/>
                </p:cNvGrpSpPr>
                <p:nvPr/>
              </p:nvGrpSpPr>
              <p:grpSpPr bwMode="auto">
                <a:xfrm>
                  <a:off x="2208" y="2185"/>
                  <a:ext cx="176" cy="68"/>
                  <a:chOff x="2848" y="848"/>
                  <a:chExt cx="140" cy="98"/>
                </a:xfrm>
              </p:grpSpPr>
              <p:sp>
                <p:nvSpPr>
                  <p:cNvPr id="120" name="Line 266">
                    <a:extLst>
                      <a:ext uri="{FF2B5EF4-FFF2-40B4-BE49-F238E27FC236}">
                        <a16:creationId xmlns:a16="http://schemas.microsoft.com/office/drawing/2014/main" id="{2E9C7A77-2FD2-555A-32D3-2A6BD31174B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1" name="Line 267">
                    <a:extLst>
                      <a:ext uri="{FF2B5EF4-FFF2-40B4-BE49-F238E27FC236}">
                        <a16:creationId xmlns:a16="http://schemas.microsoft.com/office/drawing/2014/main" id="{D8A934BA-8D10-BCC5-B89D-ABB45507C90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2" name="Line 268">
                    <a:extLst>
                      <a:ext uri="{FF2B5EF4-FFF2-40B4-BE49-F238E27FC236}">
                        <a16:creationId xmlns:a16="http://schemas.microsoft.com/office/drawing/2014/main" id="{682FB694-57EF-AFEC-053B-F1081CDAB60F}"/>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6" name="Group 269">
                  <a:extLst>
                    <a:ext uri="{FF2B5EF4-FFF2-40B4-BE49-F238E27FC236}">
                      <a16:creationId xmlns:a16="http://schemas.microsoft.com/office/drawing/2014/main" id="{41804788-DAB4-C339-1631-C4409709C6C7}"/>
                    </a:ext>
                  </a:extLst>
                </p:cNvPr>
                <p:cNvGrpSpPr>
                  <a:grpSpLocks/>
                </p:cNvGrpSpPr>
                <p:nvPr/>
              </p:nvGrpSpPr>
              <p:grpSpPr bwMode="auto">
                <a:xfrm flipV="1">
                  <a:off x="2208" y="2184"/>
                  <a:ext cx="176" cy="68"/>
                  <a:chOff x="2848" y="848"/>
                  <a:chExt cx="140" cy="98"/>
                </a:xfrm>
              </p:grpSpPr>
              <p:sp>
                <p:nvSpPr>
                  <p:cNvPr id="117" name="Line 270">
                    <a:extLst>
                      <a:ext uri="{FF2B5EF4-FFF2-40B4-BE49-F238E27FC236}">
                        <a16:creationId xmlns:a16="http://schemas.microsoft.com/office/drawing/2014/main" id="{5B7D4BE4-1821-837E-1140-52EAA97B90C6}"/>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8" name="Line 271">
                    <a:extLst>
                      <a:ext uri="{FF2B5EF4-FFF2-40B4-BE49-F238E27FC236}">
                        <a16:creationId xmlns:a16="http://schemas.microsoft.com/office/drawing/2014/main" id="{E42C9BB5-A734-217F-A609-1DAA151D722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 name="Line 272">
                    <a:extLst>
                      <a:ext uri="{FF2B5EF4-FFF2-40B4-BE49-F238E27FC236}">
                        <a16:creationId xmlns:a16="http://schemas.microsoft.com/office/drawing/2014/main" id="{C3BA191F-F38F-CDAF-707F-A8E070500B95}"/>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graphicFrame>
          <p:nvGraphicFramePr>
            <p:cNvPr id="100" name="Object 273">
              <a:extLst>
                <a:ext uri="{FF2B5EF4-FFF2-40B4-BE49-F238E27FC236}">
                  <a16:creationId xmlns:a16="http://schemas.microsoft.com/office/drawing/2014/main" id="{EA713911-9DFF-7E1D-F3DF-31E764BFB2E0}"/>
                </a:ext>
              </a:extLst>
            </p:cNvPr>
            <p:cNvGraphicFramePr>
              <a:graphicFrameLocks noChangeAspect="1"/>
            </p:cNvGraphicFramePr>
            <p:nvPr/>
          </p:nvGraphicFramePr>
          <p:xfrm>
            <a:off x="1874" y="2546"/>
            <a:ext cx="407" cy="336"/>
          </p:xfrm>
          <a:graphic>
            <a:graphicData uri="http://schemas.openxmlformats.org/presentationml/2006/ole">
              <mc:AlternateContent xmlns:mc="http://schemas.openxmlformats.org/markup-compatibility/2006">
                <mc:Choice xmlns:v="urn:schemas-microsoft-com:vml" Requires="v">
                  <p:oleObj name="Clip" r:id="rId8" imgW="1307263" imgH="1084139" progId="MS_ClipArt_Gallery.2">
                    <p:embed/>
                  </p:oleObj>
                </mc:Choice>
                <mc:Fallback>
                  <p:oleObj name="Clip" r:id="rId8" imgW="1307263" imgH="1084139" progId="MS_ClipArt_Gallery.2">
                    <p:embed/>
                    <p:pic>
                      <p:nvPicPr>
                        <p:cNvPr id="50230" name="Object 273">
                          <a:extLst>
                            <a:ext uri="{FF2B5EF4-FFF2-40B4-BE49-F238E27FC236}">
                              <a16:creationId xmlns:a16="http://schemas.microsoft.com/office/drawing/2014/main" id="{500E09B3-EC17-82F5-547A-6570F6C8F6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4" y="2546"/>
                          <a:ext cx="40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 name="Line 281">
              <a:extLst>
                <a:ext uri="{FF2B5EF4-FFF2-40B4-BE49-F238E27FC236}">
                  <a16:creationId xmlns:a16="http://schemas.microsoft.com/office/drawing/2014/main" id="{7328056F-8FFC-59F9-0340-7E4EF197CF96}"/>
                </a:ext>
              </a:extLst>
            </p:cNvPr>
            <p:cNvSpPr>
              <a:spLocks noChangeShapeType="1"/>
            </p:cNvSpPr>
            <p:nvPr/>
          </p:nvSpPr>
          <p:spPr bwMode="auto">
            <a:xfrm flipV="1">
              <a:off x="2214" y="2370"/>
              <a:ext cx="294" cy="2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 name="Line 283">
              <a:extLst>
                <a:ext uri="{FF2B5EF4-FFF2-40B4-BE49-F238E27FC236}">
                  <a16:creationId xmlns:a16="http://schemas.microsoft.com/office/drawing/2014/main" id="{25F06BD8-D732-BD15-C32B-D8551AE37B54}"/>
                </a:ext>
              </a:extLst>
            </p:cNvPr>
            <p:cNvSpPr>
              <a:spLocks noChangeShapeType="1"/>
            </p:cNvSpPr>
            <p:nvPr/>
          </p:nvSpPr>
          <p:spPr bwMode="auto">
            <a:xfrm flipH="1" flipV="1">
              <a:off x="2964" y="2406"/>
              <a:ext cx="21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 name="Text Box 306">
              <a:extLst>
                <a:ext uri="{FF2B5EF4-FFF2-40B4-BE49-F238E27FC236}">
                  <a16:creationId xmlns:a16="http://schemas.microsoft.com/office/drawing/2014/main" id="{F9B67971-9AF5-1384-6E0E-44E5E0B46AEB}"/>
                </a:ext>
              </a:extLst>
            </p:cNvPr>
            <p:cNvSpPr txBox="1">
              <a:spLocks noChangeArrowheads="1"/>
            </p:cNvSpPr>
            <p:nvPr/>
          </p:nvSpPr>
          <p:spPr bwMode="auto">
            <a:xfrm>
              <a:off x="1646" y="254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D</a:t>
              </a:r>
              <a:endParaRPr lang="en-US" altLang="en-US" sz="2400">
                <a:solidFill>
                  <a:schemeClr val="accent1"/>
                </a:solidFill>
                <a:latin typeface="Times New Roman" panose="02020603050405020304" pitchFamily="18" charset="0"/>
              </a:endParaRPr>
            </a:p>
          </p:txBody>
        </p:sp>
        <p:sp>
          <p:nvSpPr>
            <p:cNvPr id="104" name="Text Box 307">
              <a:extLst>
                <a:ext uri="{FF2B5EF4-FFF2-40B4-BE49-F238E27FC236}">
                  <a16:creationId xmlns:a16="http://schemas.microsoft.com/office/drawing/2014/main" id="{BF46E74A-1BB7-2186-C134-B4B76160566E}"/>
                </a:ext>
              </a:extLst>
            </p:cNvPr>
            <p:cNvSpPr txBox="1">
              <a:spLocks noChangeArrowheads="1"/>
            </p:cNvSpPr>
            <p:nvPr/>
          </p:nvSpPr>
          <p:spPr bwMode="auto">
            <a:xfrm>
              <a:off x="3374" y="2591"/>
              <a:ext cx="2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E</a:t>
              </a:r>
              <a:endParaRPr lang="en-US" altLang="en-US" sz="2400">
                <a:solidFill>
                  <a:schemeClr val="accent1"/>
                </a:solidFill>
                <a:latin typeface="Times New Roman" panose="02020603050405020304" pitchFamily="18" charset="0"/>
              </a:endParaRPr>
            </a:p>
          </p:txBody>
        </p:sp>
        <p:grpSp>
          <p:nvGrpSpPr>
            <p:cNvPr id="105" name="Group 324">
              <a:extLst>
                <a:ext uri="{FF2B5EF4-FFF2-40B4-BE49-F238E27FC236}">
                  <a16:creationId xmlns:a16="http://schemas.microsoft.com/office/drawing/2014/main" id="{9017034D-2703-884A-9251-D9D2B64B63DD}"/>
                </a:ext>
              </a:extLst>
            </p:cNvPr>
            <p:cNvGrpSpPr>
              <a:grpSpLocks/>
            </p:cNvGrpSpPr>
            <p:nvPr/>
          </p:nvGrpSpPr>
          <p:grpSpPr bwMode="auto">
            <a:xfrm rot="-2018696">
              <a:off x="2736" y="2139"/>
              <a:ext cx="399" cy="126"/>
              <a:chOff x="4176" y="2211"/>
              <a:chExt cx="399" cy="126"/>
            </a:xfrm>
          </p:grpSpPr>
          <p:sp>
            <p:nvSpPr>
              <p:cNvPr id="106" name="Rectangle 325">
                <a:extLst>
                  <a:ext uri="{FF2B5EF4-FFF2-40B4-BE49-F238E27FC236}">
                    <a16:creationId xmlns:a16="http://schemas.microsoft.com/office/drawing/2014/main" id="{27996484-9BE9-31B8-AC58-FEDFCEB83FBC}"/>
                  </a:ext>
                </a:extLst>
              </p:cNvPr>
              <p:cNvSpPr>
                <a:spLocks noChangeArrowheads="1"/>
              </p:cNvSpPr>
              <p:nvPr/>
            </p:nvSpPr>
            <p:spPr bwMode="auto">
              <a:xfrm>
                <a:off x="4176"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07" name="Rectangle 326">
                <a:extLst>
                  <a:ext uri="{FF2B5EF4-FFF2-40B4-BE49-F238E27FC236}">
                    <a16:creationId xmlns:a16="http://schemas.microsoft.com/office/drawing/2014/main" id="{A3EF05BE-0596-4BA1-5E1E-4BADC1E81749}"/>
                  </a:ext>
                </a:extLst>
              </p:cNvPr>
              <p:cNvSpPr>
                <a:spLocks noChangeArrowheads="1"/>
              </p:cNvSpPr>
              <p:nvPr/>
            </p:nvSpPr>
            <p:spPr bwMode="auto">
              <a:xfrm>
                <a:off x="4278"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08" name="Rectangle 327">
                <a:extLst>
                  <a:ext uri="{FF2B5EF4-FFF2-40B4-BE49-F238E27FC236}">
                    <a16:creationId xmlns:a16="http://schemas.microsoft.com/office/drawing/2014/main" id="{54A6253C-5DB4-5E35-1E98-2A334AFA9325}"/>
                  </a:ext>
                </a:extLst>
              </p:cNvPr>
              <p:cNvSpPr>
                <a:spLocks noChangeArrowheads="1"/>
              </p:cNvSpPr>
              <p:nvPr/>
            </p:nvSpPr>
            <p:spPr bwMode="auto">
              <a:xfrm>
                <a:off x="4380"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sp>
            <p:nvSpPr>
              <p:cNvPr id="109" name="Rectangle 328">
                <a:extLst>
                  <a:ext uri="{FF2B5EF4-FFF2-40B4-BE49-F238E27FC236}">
                    <a16:creationId xmlns:a16="http://schemas.microsoft.com/office/drawing/2014/main" id="{4A872E74-34B4-1403-9ED6-7BA3E8AAE817}"/>
                  </a:ext>
                </a:extLst>
              </p:cNvPr>
              <p:cNvSpPr>
                <a:spLocks noChangeArrowheads="1"/>
              </p:cNvSpPr>
              <p:nvPr/>
            </p:nvSpPr>
            <p:spPr bwMode="auto">
              <a:xfrm>
                <a:off x="4482" y="2211"/>
                <a:ext cx="93" cy="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vi-VN" altLang="en-US" sz="2400">
                  <a:latin typeface="Times New Roman" panose="02020603050405020304" pitchFamily="18" charset="0"/>
                </a:endParaRPr>
              </a:p>
            </p:txBody>
          </p:sp>
        </p:grpSp>
      </p:grpSp>
      <p:sp>
        <p:nvSpPr>
          <p:cNvPr id="123" name="Text Box 329">
            <a:extLst>
              <a:ext uri="{FF2B5EF4-FFF2-40B4-BE49-F238E27FC236}">
                <a16:creationId xmlns:a16="http://schemas.microsoft.com/office/drawing/2014/main" id="{0F9ACE6E-A03F-4947-88DE-55817C1DB388}"/>
              </a:ext>
            </a:extLst>
          </p:cNvPr>
          <p:cNvSpPr txBox="1">
            <a:spLocks noChangeArrowheads="1"/>
          </p:cNvSpPr>
          <p:nvPr/>
        </p:nvSpPr>
        <p:spPr bwMode="auto">
          <a:xfrm>
            <a:off x="5260975" y="3021013"/>
            <a:ext cx="2949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b="1" i="1">
                <a:solidFill>
                  <a:srgbClr val="FF0000"/>
                </a:solidFill>
              </a:rPr>
              <a:t>statistical multiplexing</a:t>
            </a:r>
            <a:endParaRPr lang="en-US" altLang="en-US" sz="2400">
              <a:solidFill>
                <a:schemeClr val="accent1"/>
              </a:solidFill>
              <a:latin typeface="Times New Roman" panose="02020603050405020304" pitchFamily="18" charset="0"/>
            </a:endParaRPr>
          </a:p>
        </p:txBody>
      </p:sp>
      <p:sp>
        <p:nvSpPr>
          <p:cNvPr id="124" name="Text Box 330">
            <a:extLst>
              <a:ext uri="{FF2B5EF4-FFF2-40B4-BE49-F238E27FC236}">
                <a16:creationId xmlns:a16="http://schemas.microsoft.com/office/drawing/2014/main" id="{F8D3F86D-897D-28F0-C7B1-D9BCABF4A724}"/>
              </a:ext>
            </a:extLst>
          </p:cNvPr>
          <p:cNvSpPr txBox="1">
            <a:spLocks noChangeArrowheads="1"/>
          </p:cNvSpPr>
          <p:nvPr/>
        </p:nvSpPr>
        <p:spPr bwMode="auto">
          <a:xfrm>
            <a:off x="3976688" y="4368800"/>
            <a:ext cx="34813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Wingdings" panose="05000000000000000000" pitchFamily="2" charset="2"/>
              <a:buChar char="v"/>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Hàng đợi các gói chờ để xuất đi</a:t>
            </a:r>
            <a:endParaRPr lang="en-US" altLang="en-US" sz="1800">
              <a:solidFill>
                <a:schemeClr val="accent1"/>
              </a:solidFill>
              <a:latin typeface="Times New Roman" panose="02020603050405020304" pitchFamily="18" charset="0"/>
            </a:endParaRPr>
          </a:p>
        </p:txBody>
      </p:sp>
      <p:sp>
        <p:nvSpPr>
          <p:cNvPr id="125" name="Line 332">
            <a:extLst>
              <a:ext uri="{FF2B5EF4-FFF2-40B4-BE49-F238E27FC236}">
                <a16:creationId xmlns:a16="http://schemas.microsoft.com/office/drawing/2014/main" id="{FEFF2FF8-B205-CC9B-F74C-911CBAD00972}"/>
              </a:ext>
            </a:extLst>
          </p:cNvPr>
          <p:cNvSpPr>
            <a:spLocks noChangeShapeType="1"/>
          </p:cNvSpPr>
          <p:nvPr/>
        </p:nvSpPr>
        <p:spPr bwMode="auto">
          <a:xfrm flipV="1">
            <a:off x="4910138" y="3898900"/>
            <a:ext cx="166687" cy="523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22352086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67C47-23D1-BF77-E894-98DDE5BAF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CA4F4-4538-4F9F-0CE3-302555127732}"/>
              </a:ext>
            </a:extLst>
          </p:cNvPr>
          <p:cNvSpPr>
            <a:spLocks noGrp="1"/>
          </p:cNvSpPr>
          <p:nvPr>
            <p:ph type="title"/>
          </p:nvPr>
        </p:nvSpPr>
        <p:spPr/>
        <p:txBody>
          <a:bodyPr/>
          <a:lstStyle/>
          <a:p>
            <a:r>
              <a:rPr lang="en-US"/>
              <a:t>MÔ HÌNH TRUYỀN THÔNG</a:t>
            </a:r>
          </a:p>
        </p:txBody>
      </p:sp>
      <p:sp>
        <p:nvSpPr>
          <p:cNvPr id="3" name="Content Placeholder 2">
            <a:extLst>
              <a:ext uri="{FF2B5EF4-FFF2-40B4-BE49-F238E27FC236}">
                <a16:creationId xmlns:a16="http://schemas.microsoft.com/office/drawing/2014/main" id="{F21CD351-C559-4AE0-3F16-9E9C33D5BB4C}"/>
              </a:ext>
            </a:extLst>
          </p:cNvPr>
          <p:cNvSpPr>
            <a:spLocks noGrp="1"/>
          </p:cNvSpPr>
          <p:nvPr>
            <p:ph idx="1"/>
          </p:nvPr>
        </p:nvSpPr>
        <p:spPr/>
        <p:txBody>
          <a:bodyPr>
            <a:normAutofit/>
          </a:bodyPr>
          <a:lstStyle/>
          <a:p>
            <a:pPr>
              <a:lnSpc>
                <a:spcPct val="150000"/>
              </a:lnSpc>
            </a:pPr>
            <a:r>
              <a:rPr lang="vi-VN"/>
              <a:t>Mô hình Client-Server</a:t>
            </a:r>
            <a:endParaRPr lang="en-US"/>
          </a:p>
          <a:p>
            <a:pPr>
              <a:lnSpc>
                <a:spcPct val="150000"/>
              </a:lnSpc>
            </a:pPr>
            <a:endParaRPr lang="en-US"/>
          </a:p>
        </p:txBody>
      </p:sp>
      <p:pic>
        <p:nvPicPr>
          <p:cNvPr id="5" name="Picture 4">
            <a:extLst>
              <a:ext uri="{FF2B5EF4-FFF2-40B4-BE49-F238E27FC236}">
                <a16:creationId xmlns:a16="http://schemas.microsoft.com/office/drawing/2014/main" id="{BB90461A-75CF-6D32-E6AF-84959AC220E2}"/>
              </a:ext>
            </a:extLst>
          </p:cNvPr>
          <p:cNvPicPr>
            <a:picLocks noChangeAspect="1"/>
          </p:cNvPicPr>
          <p:nvPr/>
        </p:nvPicPr>
        <p:blipFill>
          <a:blip r:embed="rId2"/>
          <a:stretch>
            <a:fillRect/>
          </a:stretch>
        </p:blipFill>
        <p:spPr>
          <a:xfrm>
            <a:off x="2821528" y="2548891"/>
            <a:ext cx="6548944" cy="4142856"/>
          </a:xfrm>
          <a:prstGeom prst="rect">
            <a:avLst/>
          </a:prstGeom>
        </p:spPr>
      </p:pic>
    </p:spTree>
    <p:extLst>
      <p:ext uri="{BB962C8B-B14F-4D97-AF65-F5344CB8AC3E}">
        <p14:creationId xmlns:p14="http://schemas.microsoft.com/office/powerpoint/2010/main" val="2316381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55F63-276C-4537-A7FB-DAA77D4A97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8B6DD-233D-96D6-6BB7-C42161B08599}"/>
              </a:ext>
            </a:extLst>
          </p:cNvPr>
          <p:cNvSpPr>
            <a:spLocks noGrp="1"/>
          </p:cNvSpPr>
          <p:nvPr>
            <p:ph type="title"/>
          </p:nvPr>
        </p:nvSpPr>
        <p:spPr/>
        <p:txBody>
          <a:bodyPr/>
          <a:lstStyle/>
          <a:p>
            <a:r>
              <a:rPr lang="en-US"/>
              <a:t>MÔ HÌNH TRUYỀN THÔNG</a:t>
            </a:r>
          </a:p>
        </p:txBody>
      </p:sp>
      <p:sp>
        <p:nvSpPr>
          <p:cNvPr id="3" name="Content Placeholder 2">
            <a:extLst>
              <a:ext uri="{FF2B5EF4-FFF2-40B4-BE49-F238E27FC236}">
                <a16:creationId xmlns:a16="http://schemas.microsoft.com/office/drawing/2014/main" id="{0453698B-F0F2-E50E-A7F9-EAC009949BB5}"/>
              </a:ext>
            </a:extLst>
          </p:cNvPr>
          <p:cNvSpPr>
            <a:spLocks noGrp="1"/>
          </p:cNvSpPr>
          <p:nvPr>
            <p:ph idx="1"/>
          </p:nvPr>
        </p:nvSpPr>
        <p:spPr/>
        <p:txBody>
          <a:bodyPr>
            <a:normAutofit/>
          </a:bodyPr>
          <a:lstStyle/>
          <a:p>
            <a:pPr>
              <a:lnSpc>
                <a:spcPct val="150000"/>
              </a:lnSpc>
            </a:pPr>
            <a:r>
              <a:rPr lang="vi-VN"/>
              <a:t>Mô hình Client-Server của dịch vụ WEB:</a:t>
            </a:r>
            <a:endParaRPr lang="en-US"/>
          </a:p>
          <a:p>
            <a:pPr>
              <a:lnSpc>
                <a:spcPct val="150000"/>
              </a:lnSpc>
            </a:pPr>
            <a:endParaRPr lang="en-US"/>
          </a:p>
        </p:txBody>
      </p:sp>
      <p:pic>
        <p:nvPicPr>
          <p:cNvPr id="6" name="Picture 5">
            <a:extLst>
              <a:ext uri="{FF2B5EF4-FFF2-40B4-BE49-F238E27FC236}">
                <a16:creationId xmlns:a16="http://schemas.microsoft.com/office/drawing/2014/main" id="{DFC959B6-15C5-D6D7-2963-2AAB5407028C}"/>
              </a:ext>
            </a:extLst>
          </p:cNvPr>
          <p:cNvPicPr>
            <a:picLocks noChangeAspect="1"/>
          </p:cNvPicPr>
          <p:nvPr/>
        </p:nvPicPr>
        <p:blipFill>
          <a:blip r:embed="rId2"/>
          <a:stretch>
            <a:fillRect/>
          </a:stretch>
        </p:blipFill>
        <p:spPr>
          <a:xfrm>
            <a:off x="2435037" y="2671342"/>
            <a:ext cx="7321926" cy="4007056"/>
          </a:xfrm>
          <a:prstGeom prst="rect">
            <a:avLst/>
          </a:prstGeom>
        </p:spPr>
      </p:pic>
    </p:spTree>
    <p:extLst>
      <p:ext uri="{BB962C8B-B14F-4D97-AF65-F5344CB8AC3E}">
        <p14:creationId xmlns:p14="http://schemas.microsoft.com/office/powerpoint/2010/main" val="35651606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37A1B-291D-464F-CF47-55ED5E3E0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4DEF0-AB0C-E867-FCE8-68486B4C355D}"/>
              </a:ext>
            </a:extLst>
          </p:cNvPr>
          <p:cNvSpPr>
            <a:spLocks noGrp="1"/>
          </p:cNvSpPr>
          <p:nvPr>
            <p:ph type="title"/>
          </p:nvPr>
        </p:nvSpPr>
        <p:spPr/>
        <p:txBody>
          <a:bodyPr/>
          <a:lstStyle/>
          <a:p>
            <a:r>
              <a:rPr lang="en-US"/>
              <a:t>MÔ HÌNH TRUYỀN THÔNG</a:t>
            </a:r>
          </a:p>
        </p:txBody>
      </p:sp>
      <p:sp>
        <p:nvSpPr>
          <p:cNvPr id="3" name="Content Placeholder 2">
            <a:extLst>
              <a:ext uri="{FF2B5EF4-FFF2-40B4-BE49-F238E27FC236}">
                <a16:creationId xmlns:a16="http://schemas.microsoft.com/office/drawing/2014/main" id="{6AA8FD35-C629-F36D-C9E2-C2FDAC9562EF}"/>
              </a:ext>
            </a:extLst>
          </p:cNvPr>
          <p:cNvSpPr>
            <a:spLocks noGrp="1"/>
          </p:cNvSpPr>
          <p:nvPr>
            <p:ph idx="1"/>
          </p:nvPr>
        </p:nvSpPr>
        <p:spPr/>
        <p:txBody>
          <a:bodyPr>
            <a:normAutofit/>
          </a:bodyPr>
          <a:lstStyle/>
          <a:p>
            <a:pPr>
              <a:lnSpc>
                <a:spcPct val="150000"/>
              </a:lnSpc>
            </a:pPr>
            <a:r>
              <a:rPr lang="vi-VN"/>
              <a:t>Mô hình Client-Server của dịch vụ WEB</a:t>
            </a:r>
            <a:endParaRPr lang="en-US"/>
          </a:p>
          <a:p>
            <a:pPr lvl="1">
              <a:lnSpc>
                <a:spcPct val="150000"/>
              </a:lnSpc>
            </a:pPr>
            <a:r>
              <a:rPr lang="en-US"/>
              <a:t>Các chế độ giao tiếp:</a:t>
            </a:r>
          </a:p>
          <a:p>
            <a:pPr>
              <a:lnSpc>
                <a:spcPct val="150000"/>
              </a:lnSpc>
            </a:pPr>
            <a:endParaRPr lang="en-US"/>
          </a:p>
        </p:txBody>
      </p:sp>
      <p:pic>
        <p:nvPicPr>
          <p:cNvPr id="5" name="Picture 4">
            <a:extLst>
              <a:ext uri="{FF2B5EF4-FFF2-40B4-BE49-F238E27FC236}">
                <a16:creationId xmlns:a16="http://schemas.microsoft.com/office/drawing/2014/main" id="{C4C62FB1-FB12-94DC-568F-4E2FF79AC6B7}"/>
              </a:ext>
            </a:extLst>
          </p:cNvPr>
          <p:cNvPicPr>
            <a:picLocks noChangeAspect="1"/>
          </p:cNvPicPr>
          <p:nvPr/>
        </p:nvPicPr>
        <p:blipFill>
          <a:blip r:embed="rId2"/>
          <a:stretch>
            <a:fillRect/>
          </a:stretch>
        </p:blipFill>
        <p:spPr>
          <a:xfrm>
            <a:off x="4423857" y="2701826"/>
            <a:ext cx="7321926" cy="3854648"/>
          </a:xfrm>
          <a:prstGeom prst="rect">
            <a:avLst/>
          </a:prstGeom>
        </p:spPr>
      </p:pic>
    </p:spTree>
    <p:extLst>
      <p:ext uri="{BB962C8B-B14F-4D97-AF65-F5344CB8AC3E}">
        <p14:creationId xmlns:p14="http://schemas.microsoft.com/office/powerpoint/2010/main" val="20787302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07B52-8121-DCB0-53A2-A13F8BA2A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BE0AB-4E61-46F8-5C14-A82AC2622B30}"/>
              </a:ext>
            </a:extLst>
          </p:cNvPr>
          <p:cNvSpPr>
            <a:spLocks noGrp="1"/>
          </p:cNvSpPr>
          <p:nvPr>
            <p:ph type="title"/>
          </p:nvPr>
        </p:nvSpPr>
        <p:spPr/>
        <p:txBody>
          <a:bodyPr/>
          <a:lstStyle/>
          <a:p>
            <a:r>
              <a:rPr lang="en-US"/>
              <a:t>NGÔN NGỮ LẬP TRÌNH MẠNG C#</a:t>
            </a:r>
          </a:p>
        </p:txBody>
      </p:sp>
      <p:sp>
        <p:nvSpPr>
          <p:cNvPr id="3" name="Content Placeholder 2">
            <a:extLst>
              <a:ext uri="{FF2B5EF4-FFF2-40B4-BE49-F238E27FC236}">
                <a16:creationId xmlns:a16="http://schemas.microsoft.com/office/drawing/2014/main" id="{FBB78D87-EF12-A8B5-E89D-286C80E70168}"/>
              </a:ext>
            </a:extLst>
          </p:cNvPr>
          <p:cNvSpPr>
            <a:spLocks noGrp="1"/>
          </p:cNvSpPr>
          <p:nvPr>
            <p:ph idx="1"/>
          </p:nvPr>
        </p:nvSpPr>
        <p:spPr/>
        <p:txBody>
          <a:bodyPr>
            <a:normAutofit/>
          </a:bodyPr>
          <a:lstStyle/>
          <a:p>
            <a:pPr>
              <a:lnSpc>
                <a:spcPct val="150000"/>
              </a:lnSpc>
            </a:pPr>
            <a:r>
              <a:rPr lang="en-US"/>
              <a:t>Giới thiệu:</a:t>
            </a:r>
          </a:p>
          <a:p>
            <a:pPr lvl="1">
              <a:lnSpc>
                <a:spcPct val="150000"/>
              </a:lnSpc>
            </a:pPr>
            <a:r>
              <a:rPr lang="vi-VN"/>
              <a:t>C# (C-Sharp): Ngôn ngữ lập trình hướng đối tượng, đa năng, phát triển bởi Microsoft.</a:t>
            </a:r>
            <a:endParaRPr lang="en-US"/>
          </a:p>
          <a:p>
            <a:pPr lvl="1">
              <a:lnSpc>
                <a:spcPct val="150000"/>
              </a:lnSpc>
            </a:pPr>
            <a:r>
              <a:rPr lang="vi-VN"/>
              <a:t>.NET Framework / .NET Core (nay là .NET): Nền tảng phát triển mã nguồn mở, đa nền tảng (Windows, Linux, macOS), hiệu suất cao.</a:t>
            </a:r>
            <a:endParaRPr lang="en-US"/>
          </a:p>
          <a:p>
            <a:pPr lvl="1">
              <a:lnSpc>
                <a:spcPct val="150000"/>
              </a:lnSpc>
            </a:pPr>
            <a:r>
              <a:rPr lang="vi-VN"/>
              <a:t>Lợi thế trong lập trình mạng: Hỗ trợ mạnh mẽ các API mạng, khả năng xử lý bất đồng bộ hiệu quả.</a:t>
            </a:r>
            <a:endParaRPr lang="en-US"/>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21561533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B8F11-1652-51A8-9045-EEB04749F0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03B55-2A92-2708-1009-91809C5ED5E4}"/>
              </a:ext>
            </a:extLst>
          </p:cNvPr>
          <p:cNvSpPr>
            <a:spLocks noGrp="1"/>
          </p:cNvSpPr>
          <p:nvPr>
            <p:ph type="title"/>
          </p:nvPr>
        </p:nvSpPr>
        <p:spPr/>
        <p:txBody>
          <a:bodyPr/>
          <a:lstStyle/>
          <a:p>
            <a:r>
              <a:rPr lang="en-US"/>
              <a:t>NGÔN NGỮ LẬP TRÌNH MẠNG C#</a:t>
            </a:r>
          </a:p>
        </p:txBody>
      </p:sp>
      <p:sp>
        <p:nvSpPr>
          <p:cNvPr id="3" name="Content Placeholder 2">
            <a:extLst>
              <a:ext uri="{FF2B5EF4-FFF2-40B4-BE49-F238E27FC236}">
                <a16:creationId xmlns:a16="http://schemas.microsoft.com/office/drawing/2014/main" id="{D8586A3C-21F9-E5CB-D119-5743E813D7D7}"/>
              </a:ext>
            </a:extLst>
          </p:cNvPr>
          <p:cNvSpPr>
            <a:spLocks noGrp="1"/>
          </p:cNvSpPr>
          <p:nvPr>
            <p:ph idx="1"/>
          </p:nvPr>
        </p:nvSpPr>
        <p:spPr/>
        <p:txBody>
          <a:bodyPr>
            <a:normAutofit lnSpcReduction="10000"/>
          </a:bodyPr>
          <a:lstStyle/>
          <a:p>
            <a:pPr>
              <a:lnSpc>
                <a:spcPct val="150000"/>
              </a:lnSpc>
            </a:pPr>
            <a:r>
              <a:rPr lang="vi-VN"/>
              <a:t>Thư viện System.Net - Các lớp cơ bản</a:t>
            </a:r>
            <a:endParaRPr lang="en-US"/>
          </a:p>
          <a:p>
            <a:pPr lvl="1">
              <a:lnSpc>
                <a:spcPct val="150000"/>
              </a:lnSpc>
            </a:pPr>
            <a:r>
              <a:rPr lang="vi-VN" sz="2600"/>
              <a:t>System.Net Namespace: Chứa các lớp cung cấp giao diện lập trình cho nhiều giao thức mạng.</a:t>
            </a:r>
            <a:endParaRPr lang="en-US" sz="2600"/>
          </a:p>
          <a:p>
            <a:pPr lvl="1">
              <a:lnSpc>
                <a:spcPct val="150000"/>
              </a:lnSpc>
            </a:pPr>
            <a:r>
              <a:rPr lang="vi-VN" sz="2600"/>
              <a:t>IPAddress: Biểu diễn một địa chỉ IP (IPv4 hoặc IPv6).</a:t>
            </a:r>
            <a:endParaRPr lang="en-US" sz="2600"/>
          </a:p>
          <a:p>
            <a:pPr lvl="1">
              <a:lnSpc>
                <a:spcPct val="150000"/>
              </a:lnSpc>
            </a:pPr>
            <a:r>
              <a:rPr lang="vi-VN" sz="2600"/>
              <a:t>IPEndPoint: Kết hợp địa chỉ IP và số cổng để định danh một điểm cuối mạng.Dns: Cung cấp các phương thức để phân giải tên miền thành địa chỉ IP.</a:t>
            </a:r>
            <a:endParaRPr lang="en-US" sz="2600"/>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35600936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ACA18-3BDB-5775-BAE6-0CFE12BC41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DB0A5-5977-25AE-F551-1F8029FA758B}"/>
              </a:ext>
            </a:extLst>
          </p:cNvPr>
          <p:cNvSpPr>
            <a:spLocks noGrp="1"/>
          </p:cNvSpPr>
          <p:nvPr>
            <p:ph type="title"/>
          </p:nvPr>
        </p:nvSpPr>
        <p:spPr/>
        <p:txBody>
          <a:bodyPr/>
          <a:lstStyle/>
          <a:p>
            <a:r>
              <a:rPr lang="en-US"/>
              <a:t>NGÔN NGỮ LẬP TRÌNH MẠNG C#</a:t>
            </a:r>
          </a:p>
        </p:txBody>
      </p:sp>
      <p:sp>
        <p:nvSpPr>
          <p:cNvPr id="3" name="Content Placeholder 2">
            <a:extLst>
              <a:ext uri="{FF2B5EF4-FFF2-40B4-BE49-F238E27FC236}">
                <a16:creationId xmlns:a16="http://schemas.microsoft.com/office/drawing/2014/main" id="{9A221902-3554-CA5F-2E03-DAB704F3092A}"/>
              </a:ext>
            </a:extLst>
          </p:cNvPr>
          <p:cNvSpPr>
            <a:spLocks noGrp="1"/>
          </p:cNvSpPr>
          <p:nvPr>
            <p:ph idx="1"/>
          </p:nvPr>
        </p:nvSpPr>
        <p:spPr/>
        <p:txBody>
          <a:bodyPr>
            <a:normAutofit lnSpcReduction="10000"/>
          </a:bodyPr>
          <a:lstStyle/>
          <a:p>
            <a:pPr>
              <a:lnSpc>
                <a:spcPct val="150000"/>
              </a:lnSpc>
            </a:pPr>
            <a:r>
              <a:rPr lang="vi-VN"/>
              <a:t>Thư viện System.Net.Sockets - Lập trình Socket</a:t>
            </a:r>
            <a:endParaRPr lang="en-US"/>
          </a:p>
          <a:p>
            <a:pPr lvl="1">
              <a:lnSpc>
                <a:spcPct val="150000"/>
              </a:lnSpc>
            </a:pPr>
            <a:r>
              <a:rPr lang="vi-VN" sz="2600"/>
              <a:t>System.Net.Sockets Namespace: Cung cấp các lớp để lập trình mạng ở cấp độ thấp nhất, sử dụng Socket.</a:t>
            </a:r>
            <a:endParaRPr lang="en-US" sz="2600"/>
          </a:p>
          <a:p>
            <a:pPr lvl="1">
              <a:lnSpc>
                <a:spcPct val="150000"/>
              </a:lnSpc>
            </a:pPr>
            <a:r>
              <a:rPr lang="vi-VN" sz="2600"/>
              <a:t>Socket Class: Là một điểm cuối của giao tiếp, cho phép gửi và nhận dữ liệu qua mạng, hỗ trợ cả TCP và UDP.</a:t>
            </a:r>
            <a:endParaRPr lang="en-US" sz="2600"/>
          </a:p>
          <a:p>
            <a:pPr lvl="1">
              <a:lnSpc>
                <a:spcPct val="150000"/>
              </a:lnSpc>
            </a:pPr>
            <a:r>
              <a:rPr lang="vi-VN" sz="2600"/>
              <a:t>Lập trình Socket: Cung cấp sự kiểm soát cao nhất, thích hợp cho các ứng dụng tùy chỉnh, hiệu suất cao.</a:t>
            </a:r>
            <a:endParaRPr lang="en-US" sz="2600"/>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15764400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4E7F4-BB8F-8B6D-69F8-54BE23F63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C2F54-8A49-8659-2F8F-C49449F0442E}"/>
              </a:ext>
            </a:extLst>
          </p:cNvPr>
          <p:cNvSpPr>
            <a:spLocks noGrp="1"/>
          </p:cNvSpPr>
          <p:nvPr>
            <p:ph type="title"/>
          </p:nvPr>
        </p:nvSpPr>
        <p:spPr/>
        <p:txBody>
          <a:bodyPr/>
          <a:lstStyle/>
          <a:p>
            <a:r>
              <a:rPr lang="en-US"/>
              <a:t>NGÔN NGỮ LẬP TRÌNH MẠNG C#</a:t>
            </a:r>
          </a:p>
        </p:txBody>
      </p:sp>
      <p:sp>
        <p:nvSpPr>
          <p:cNvPr id="3" name="Content Placeholder 2">
            <a:extLst>
              <a:ext uri="{FF2B5EF4-FFF2-40B4-BE49-F238E27FC236}">
                <a16:creationId xmlns:a16="http://schemas.microsoft.com/office/drawing/2014/main" id="{9A6056F8-8E10-260F-9D44-8A3475148538}"/>
              </a:ext>
            </a:extLst>
          </p:cNvPr>
          <p:cNvSpPr>
            <a:spLocks noGrp="1"/>
          </p:cNvSpPr>
          <p:nvPr>
            <p:ph idx="1"/>
          </p:nvPr>
        </p:nvSpPr>
        <p:spPr/>
        <p:txBody>
          <a:bodyPr>
            <a:normAutofit/>
          </a:bodyPr>
          <a:lstStyle/>
          <a:p>
            <a:pPr>
              <a:lnSpc>
                <a:spcPct val="150000"/>
              </a:lnSpc>
            </a:pPr>
            <a:r>
              <a:rPr lang="vi-VN"/>
              <a:t>Lớp HttpClient - Tương tác với Web API</a:t>
            </a:r>
            <a:endParaRPr lang="en-US"/>
          </a:p>
          <a:p>
            <a:pPr lvl="1">
              <a:lnSpc>
                <a:spcPct val="150000"/>
              </a:lnSpc>
            </a:pPr>
            <a:r>
              <a:rPr lang="vi-VN" sz="2600"/>
              <a:t>HttpClient Class: Nằm trong namespace System.Net.Http.</a:t>
            </a:r>
            <a:endParaRPr lang="en-US" sz="2600"/>
          </a:p>
          <a:p>
            <a:pPr lvl="1">
              <a:lnSpc>
                <a:spcPct val="150000"/>
              </a:lnSpc>
            </a:pPr>
            <a:r>
              <a:rPr lang="vi-VN" sz="2600"/>
              <a:t>Là một lớp hiện đại, dễ sử dụng để gửi các yêu cầu HTTP/HTTPS và nhận phản hồi từ các tài nguyên web (RESTful APIs).</a:t>
            </a:r>
            <a:endParaRPr lang="en-US" sz="2600"/>
          </a:p>
          <a:p>
            <a:pPr lvl="1">
              <a:lnSpc>
                <a:spcPct val="150000"/>
              </a:lnSpc>
            </a:pPr>
            <a:r>
              <a:rPr lang="vi-VN" sz="2600"/>
              <a:t>Hỗ trợ các phương thức HTTP verbs (GET, POST, PUT, DELETE, v.v.) và tích hợp sẵn khả năng xử lý bất đồng bộ (async/await).</a:t>
            </a:r>
            <a:endParaRPr lang="en-US" sz="2600"/>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20397323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42210-4429-5675-63BB-AA0A547A8A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0FD99-E160-4B01-4F92-2B5CAA180602}"/>
              </a:ext>
            </a:extLst>
          </p:cNvPr>
          <p:cNvSpPr>
            <a:spLocks noGrp="1"/>
          </p:cNvSpPr>
          <p:nvPr>
            <p:ph type="title"/>
          </p:nvPr>
        </p:nvSpPr>
        <p:spPr/>
        <p:txBody>
          <a:bodyPr>
            <a:noAutofit/>
          </a:bodyPr>
          <a:lstStyle/>
          <a:p>
            <a:r>
              <a:rPr lang="en-US" sz="3600"/>
              <a:t>MÔ HÌNH HOẠT ĐỘNG CỦA ỨNG DỤNG MẠNG</a:t>
            </a:r>
          </a:p>
        </p:txBody>
      </p:sp>
      <p:sp>
        <p:nvSpPr>
          <p:cNvPr id="3" name="Content Placeholder 2">
            <a:extLst>
              <a:ext uri="{FF2B5EF4-FFF2-40B4-BE49-F238E27FC236}">
                <a16:creationId xmlns:a16="http://schemas.microsoft.com/office/drawing/2014/main" id="{3DB299AC-2FBC-88D7-ED58-9A495F3AD2C6}"/>
              </a:ext>
            </a:extLst>
          </p:cNvPr>
          <p:cNvSpPr>
            <a:spLocks noGrp="1"/>
          </p:cNvSpPr>
          <p:nvPr>
            <p:ph idx="1"/>
          </p:nvPr>
        </p:nvSpPr>
        <p:spPr/>
        <p:txBody>
          <a:bodyPr>
            <a:normAutofit fontScale="92500" lnSpcReduction="20000"/>
          </a:bodyPr>
          <a:lstStyle/>
          <a:p>
            <a:pPr>
              <a:lnSpc>
                <a:spcPct val="150000"/>
              </a:lnSpc>
            </a:pPr>
            <a:r>
              <a:rPr lang="vi-VN"/>
              <a:t>Luồng hoạt động Server</a:t>
            </a:r>
            <a:endParaRPr lang="en-US"/>
          </a:p>
          <a:p>
            <a:pPr lvl="1">
              <a:lnSpc>
                <a:spcPct val="150000"/>
              </a:lnSpc>
            </a:pPr>
            <a:r>
              <a:rPr lang="vi-VN" sz="2600"/>
              <a:t>Tạo Socket: Khởi tạo đối tượng Socket.</a:t>
            </a:r>
            <a:endParaRPr lang="en-US" sz="2600"/>
          </a:p>
          <a:p>
            <a:pPr lvl="1">
              <a:lnSpc>
                <a:spcPct val="150000"/>
              </a:lnSpc>
            </a:pPr>
            <a:r>
              <a:rPr lang="vi-VN" sz="2600"/>
              <a:t>Gán địa chỉ (Bind): Gán Socket với IP cục bộ và cổng.</a:t>
            </a:r>
            <a:endParaRPr lang="en-US" sz="2600"/>
          </a:p>
          <a:p>
            <a:pPr lvl="1">
              <a:lnSpc>
                <a:spcPct val="150000"/>
              </a:lnSpc>
            </a:pPr>
            <a:r>
              <a:rPr lang="vi-VN" sz="2600"/>
              <a:t>Lắng nghe (Listen): Đặt Socket vào trạng thái lắng nghe kết nối.</a:t>
            </a:r>
            <a:endParaRPr lang="en-US" sz="2600"/>
          </a:p>
          <a:p>
            <a:pPr lvl="1">
              <a:lnSpc>
                <a:spcPct val="150000"/>
              </a:lnSpc>
            </a:pPr>
            <a:r>
              <a:rPr lang="vi-VN" sz="2600"/>
              <a:t>Chấp nhận (Accept): Khi Client kết nối, Server chấp nhận và tạo Socket mới để giao tiếp riêng.</a:t>
            </a:r>
            <a:endParaRPr lang="en-US" sz="2600"/>
          </a:p>
          <a:p>
            <a:pPr lvl="1">
              <a:lnSpc>
                <a:spcPct val="150000"/>
              </a:lnSpc>
            </a:pPr>
            <a:r>
              <a:rPr lang="vi-VN" sz="2600"/>
              <a:t>Gửi/Nhận dữ liệu: Trao đổi dữ liệu qua Socket mới.</a:t>
            </a:r>
            <a:endParaRPr lang="en-US" sz="2600"/>
          </a:p>
          <a:p>
            <a:pPr lvl="1">
              <a:lnSpc>
                <a:spcPct val="150000"/>
              </a:lnSpc>
            </a:pPr>
            <a:r>
              <a:rPr lang="vi-VN" sz="2600"/>
              <a:t>Đóng kết nối: Kết thúc phiên giao tiếp.</a:t>
            </a:r>
            <a:endParaRPr lang="en-US" sz="2600"/>
          </a:p>
          <a:p>
            <a:pPr>
              <a:lnSpc>
                <a:spcPct val="150000"/>
              </a:lnSpc>
            </a:pPr>
            <a:endParaRPr lang="en-US"/>
          </a:p>
          <a:p>
            <a:pPr>
              <a:lnSpc>
                <a:spcPct val="150000"/>
              </a:lnSpc>
            </a:pPr>
            <a:endParaRPr lang="en-US"/>
          </a:p>
        </p:txBody>
      </p:sp>
    </p:spTree>
    <p:extLst>
      <p:ext uri="{BB962C8B-B14F-4D97-AF65-F5344CB8AC3E}">
        <p14:creationId xmlns:p14="http://schemas.microsoft.com/office/powerpoint/2010/main" val="26919844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A31EA-D764-5A78-2F47-D779563DB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68B0C-3B94-FEFF-FFB9-5DD10BF8485B}"/>
              </a:ext>
            </a:extLst>
          </p:cNvPr>
          <p:cNvSpPr>
            <a:spLocks noGrp="1"/>
          </p:cNvSpPr>
          <p:nvPr>
            <p:ph type="title"/>
          </p:nvPr>
        </p:nvSpPr>
        <p:spPr/>
        <p:txBody>
          <a:bodyPr>
            <a:noAutofit/>
          </a:bodyPr>
          <a:lstStyle/>
          <a:p>
            <a:r>
              <a:rPr lang="en-US" sz="3600"/>
              <a:t>MÔ HÌNH HOẠT ĐỘNG CỦA ỨNG DỤNG MẠNG</a:t>
            </a:r>
          </a:p>
        </p:txBody>
      </p:sp>
      <p:sp>
        <p:nvSpPr>
          <p:cNvPr id="3" name="Content Placeholder 2">
            <a:extLst>
              <a:ext uri="{FF2B5EF4-FFF2-40B4-BE49-F238E27FC236}">
                <a16:creationId xmlns:a16="http://schemas.microsoft.com/office/drawing/2014/main" id="{B208EC12-D3CD-2DB5-6E77-D54C22FB74AD}"/>
              </a:ext>
            </a:extLst>
          </p:cNvPr>
          <p:cNvSpPr>
            <a:spLocks noGrp="1"/>
          </p:cNvSpPr>
          <p:nvPr>
            <p:ph idx="1"/>
          </p:nvPr>
        </p:nvSpPr>
        <p:spPr/>
        <p:txBody>
          <a:bodyPr>
            <a:normAutofit/>
          </a:bodyPr>
          <a:lstStyle/>
          <a:p>
            <a:pPr>
              <a:lnSpc>
                <a:spcPct val="150000"/>
              </a:lnSpc>
            </a:pPr>
            <a:r>
              <a:rPr lang="vi-VN"/>
              <a:t>Luồng hoạt động </a:t>
            </a:r>
            <a:r>
              <a:rPr lang="en-US"/>
              <a:t>Client</a:t>
            </a:r>
          </a:p>
          <a:p>
            <a:pPr lvl="1">
              <a:lnSpc>
                <a:spcPct val="150000"/>
              </a:lnSpc>
            </a:pPr>
            <a:r>
              <a:rPr lang="vi-VN" sz="2600"/>
              <a:t>Tạo Socket: Khởi tạo đối tượng Socket.</a:t>
            </a:r>
            <a:endParaRPr lang="en-US" sz="2600"/>
          </a:p>
          <a:p>
            <a:pPr lvl="1">
              <a:lnSpc>
                <a:spcPct val="150000"/>
              </a:lnSpc>
            </a:pPr>
            <a:r>
              <a:rPr lang="vi-VN" sz="2600"/>
              <a:t>Kết nối (Connect): Gửi yêu cầu kết nối đến IP và cổng của Server.</a:t>
            </a:r>
            <a:endParaRPr lang="en-US" sz="2600"/>
          </a:p>
          <a:p>
            <a:pPr lvl="1">
              <a:lnSpc>
                <a:spcPct val="150000"/>
              </a:lnSpc>
            </a:pPr>
            <a:r>
              <a:rPr lang="vi-VN" sz="2600"/>
              <a:t>Gửi/Nhận dữ liệu: Sau khi kết nối thành công, trao đổi dữ liệu.</a:t>
            </a:r>
            <a:endParaRPr lang="en-US" sz="2600"/>
          </a:p>
          <a:p>
            <a:pPr lvl="1">
              <a:lnSpc>
                <a:spcPct val="150000"/>
              </a:lnSpc>
            </a:pPr>
            <a:r>
              <a:rPr lang="vi-VN" sz="2600"/>
              <a:t>Đóng kết nối: Kết thúc giao tiếp.</a:t>
            </a:r>
            <a:endParaRPr lang="en-US"/>
          </a:p>
          <a:p>
            <a:pPr>
              <a:lnSpc>
                <a:spcPct val="150000"/>
              </a:lnSpc>
            </a:pPr>
            <a:endParaRPr lang="en-US"/>
          </a:p>
        </p:txBody>
      </p:sp>
    </p:spTree>
    <p:extLst>
      <p:ext uri="{BB962C8B-B14F-4D97-AF65-F5344CB8AC3E}">
        <p14:creationId xmlns:p14="http://schemas.microsoft.com/office/powerpoint/2010/main" val="3730926490"/>
      </p:ext>
    </p:extLst>
  </p:cSld>
  <p:clrMapOvr>
    <a:masterClrMapping/>
  </p:clrMapOvr>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292</TotalTime>
  <Words>2175</Words>
  <Application>Microsoft Office PowerPoint</Application>
  <PresentationFormat>Widescreen</PresentationFormat>
  <Paragraphs>247</Paragraphs>
  <Slides>54</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54</vt:i4>
      </vt:variant>
    </vt:vector>
  </HeadingPairs>
  <TitlesOfParts>
    <vt:vector size="63" baseType="lpstr">
      <vt:lpstr>Aptos</vt:lpstr>
      <vt:lpstr>Arial</vt:lpstr>
      <vt:lpstr>Calibri</vt:lpstr>
      <vt:lpstr>Monotype Sorts</vt:lpstr>
      <vt:lpstr>Myriad Pro</vt:lpstr>
      <vt:lpstr>Times New Roman</vt:lpstr>
      <vt:lpstr>Wingdings</vt:lpstr>
      <vt:lpstr>1_Office Theme</vt:lpstr>
      <vt:lpstr>Microsoft Clip Gallery</vt:lpstr>
      <vt:lpstr>PowerPoint Presentation</vt:lpstr>
      <vt:lpstr>NỘI DUNG</vt:lpstr>
      <vt:lpstr>MỤC TIÊU</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CÁC KHÁI NIỆM CĂN BẢN</vt:lpstr>
      <vt:lpstr>MÔ HÌNH TRUYỀN THÔNG</vt:lpstr>
      <vt:lpstr>MÔ HÌNH TRUYỀN THÔNG</vt:lpstr>
      <vt:lpstr>MÔ HÌNH TRUYỀN THÔNG</vt:lpstr>
      <vt:lpstr>MÔ HÌNH TRUYỀN THÔNG</vt:lpstr>
      <vt:lpstr>MÔ HÌNH TRUYỀN THÔNG</vt:lpstr>
      <vt:lpstr>MÔ HÌNH TRUYỀN THÔNG</vt:lpstr>
      <vt:lpstr>MÔ HÌNH TRUYỀN THÔNG</vt:lpstr>
      <vt:lpstr>MÔ HÌNH TRUYỀN THÔNG</vt:lpstr>
      <vt:lpstr>MÔ HÌNH TRUYỀN THÔNG</vt:lpstr>
      <vt:lpstr>MÔ HÌNH TRUYỀN THÔNG</vt:lpstr>
      <vt:lpstr>MÔ HÌNH TRUYỀN THÔNG</vt:lpstr>
      <vt:lpstr>MÔ HÌNH TRUYỀN THÔNG</vt:lpstr>
      <vt:lpstr>NGÔN NGỮ LẬP TRÌNH MẠNG C#</vt:lpstr>
      <vt:lpstr>NGÔN NGỮ LẬP TRÌNH MẠNG C#</vt:lpstr>
      <vt:lpstr>NGÔN NGỮ LẬP TRÌNH MẠNG C#</vt:lpstr>
      <vt:lpstr>NGÔN NGỮ LẬP TRÌNH MẠNG C#</vt:lpstr>
      <vt:lpstr>MÔ HÌNH HOẠT ĐỘNG CỦA ỨNG DỤNG MẠNG</vt:lpstr>
      <vt:lpstr>MÔ HÌNH HOẠT ĐỘNG CỦA ỨNG DỤNG MẠNG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Võ Văn Vũ</dc:creator>
  <cp:lastModifiedBy>Ngô Quốc Huy - Khoa Công nghệ Thông tin - VLTECH</cp:lastModifiedBy>
  <cp:revision>32</cp:revision>
  <dcterms:created xsi:type="dcterms:W3CDTF">2023-11-06T07:10:59Z</dcterms:created>
  <dcterms:modified xsi:type="dcterms:W3CDTF">2025-08-05T14:10:06Z</dcterms:modified>
</cp:coreProperties>
</file>