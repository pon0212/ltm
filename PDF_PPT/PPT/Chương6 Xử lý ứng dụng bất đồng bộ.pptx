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88" r:id="rId6"/>
    <p:sldId id="287" r:id="rId7"/>
    <p:sldId id="289" r:id="rId8"/>
    <p:sldId id="285" r:id="rId9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810"/>
    <p:restoredTop sz="85185" autoAdjust="0"/>
  </p:normalViewPr>
  <p:slideViewPr>
    <p:cSldViewPr snapToGrid="0">
      <p:cViewPr varScale="1">
        <p:scale>
          <a:sx n="51" d="100"/>
          <a:sy n="51" d="100"/>
        </p:scale>
        <p:origin x="62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4E373-69D0-4F11-ACC6-88E50A6C7809}" type="datetimeFigureOut">
              <a:rPr lang="en-US" smtClean="0"/>
              <a:t>08/14/2025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96FD-4067-4E15-8157-23C3103AA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FA5C7D-F076-ABAB-28ED-936E6476926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CBF138-DDAA-03AE-2BFD-F0E6E77D089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6B26E30-45B4-E434-42E3-BFE66D53EB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8EE5A3-86BB-B40C-62D9-2E005424811B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20" name="Picture 19" descr="A building with trees in the background&#10;&#10;Description automatically generated">
            <a:extLst>
              <a:ext uri="{FF2B5EF4-FFF2-40B4-BE49-F238E27FC236}">
                <a16:creationId xmlns:a16="http://schemas.microsoft.com/office/drawing/2014/main" id="{633C415B-DE87-6E90-4B13-A134B02EF4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160" y="5045074"/>
            <a:ext cx="12202160" cy="1676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088D834-70EE-F737-6AE1-030852F6AA55}"/>
              </a:ext>
            </a:extLst>
          </p:cNvPr>
          <p:cNvSpPr txBox="1"/>
          <p:nvPr userDrawn="1"/>
        </p:nvSpPr>
        <p:spPr>
          <a:xfrm>
            <a:off x="2545718" y="32083"/>
            <a:ext cx="70904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 CÔNG THƯƠNG</a:t>
            </a:r>
          </a:p>
          <a:p>
            <a:pPr algn="ctr"/>
            <a:r>
              <a:rPr lang="en-US"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 ĐẠI HỌC CÔNG THƯƠNG THÀNH PHỐ HỒ CHÍ MINH</a:t>
            </a:r>
            <a:endParaRPr lang="en-VN" sz="1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 descr="A white circle with blue and red text and a book with a graduation cap&#10;&#10;Description automatically generated">
            <a:extLst>
              <a:ext uri="{FF2B5EF4-FFF2-40B4-BE49-F238E27FC236}">
                <a16:creationId xmlns:a16="http://schemas.microsoft.com/office/drawing/2014/main" id="{CC7CB636-E017-BD51-B7F7-2797B5CEAFFA}"/>
              </a:ext>
            </a:extLst>
          </p:cNvPr>
          <p:cNvPicPr>
            <a:picLocks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6133" y="18061"/>
            <a:ext cx="666000" cy="66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23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7D56CA0-7F99-A73F-EC74-87E2C37C45F8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5"/>
            <a:ext cx="10515600" cy="8063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v"/>
              <a:defRPr/>
            </a:lvl3pPr>
            <a:lvl4pPr marL="1600200" indent="-228600">
              <a:buFont typeface="Wingdings" panose="05000000000000000000" pitchFamily="2" charset="2"/>
              <a:buChar char="Ø"/>
              <a:defRPr/>
            </a:lvl4pPr>
            <a:lvl5pPr marL="2057400" indent="-22860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" name="Picture 9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636941E3-E3EC-8EF3-53CB-96FCF404C8E3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11" name="Rectangle 11">
            <a:extLst>
              <a:ext uri="{FF2B5EF4-FFF2-40B4-BE49-F238E27FC236}">
                <a16:creationId xmlns:a16="http://schemas.microsoft.com/office/drawing/2014/main" id="{D433E92D-1893-9769-8444-34EEDD3F24BC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550C907-0A3F-10BA-C15C-CA461460FE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B4E7459-A8A2-5081-F907-74BAE417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0F50DE-1588-0A68-B2AE-03A7C3A9B079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958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DCC048-85E1-D9DE-466A-D5EAB21DAFC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0547C463-86A8-9ADB-B42F-6F8F911146A4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2EE3A5-6242-A6B2-F6B4-2094B545F5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9473FA4-C6C6-7E97-AACE-A35CFDAB7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851853-8430-FC7D-0C05-EA3095D410B2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632828F-0B4F-8119-5B19-088A1173C90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8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EE82EC-C435-7D46-EFDD-D5C6A244EEA6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7329"/>
            <a:ext cx="10515600" cy="71336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E50E531-FF89-E7A1-EC42-5664726867C2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4D41C0-EECC-510F-3124-F7EBC163F8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1F0268C-2917-2762-4664-C6ACF3587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7AE9E0-DBEB-84FF-4DC2-C53AC3C7993F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93BE15D-74FA-AED7-3D2B-A613D05E679B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68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A13BF4-06A1-B98B-FD59-CA5020C120FA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7"/>
            <a:ext cx="10515600" cy="82391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8D1E83-C000-B443-17A1-67E172C1C81A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F5B01C-A4C1-2548-9E99-49DA8F4F39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622E35-ED11-3E1D-3267-FB7969EBB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5FADBA-93BC-7FCB-D7C6-2138FE10BECE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F168AC0-F6F3-71BB-BDB7-D14C957BCB1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84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A521EA7-200B-F8EF-FA1A-AF68F6EAFB52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4059"/>
            <a:ext cx="10515600" cy="8166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C62A9323-B343-0333-2A84-AB84726F155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72A695-B9BF-2B5E-F712-588F45EA7A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0B28936-A209-8496-713D-69F06443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1FC07C-FFBA-6E41-FC9E-B8C545CCA2CA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43E1AB2-24F0-751B-86DE-9AC77889FA3E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6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1F7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5A64684-422C-D171-0292-6610A91BE81D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D82848-CD15-3DBB-0148-67FB51371B08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id="{181386B9-1456-137E-66EE-45A4447494C5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CB3CD2-68E1-7670-8AC8-DCAEFA0447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855B251-549F-CC81-82C4-1791D4DC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95FE02-F81D-DAA0-4384-0E62C5A8FC54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</a:rPr>
              <a:t>https://huit.edu.vn</a:t>
            </a:r>
            <a:endParaRPr lang="en-VN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1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654E7B-7E2F-A597-CEAB-D64DA25FBCEB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A9AB12A-F2B6-4320-39F1-67F3778EE5DF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73966A-35C2-70BC-CFF9-46C3441D8C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C8C1A7AF-70A0-C0E9-B2F5-1490BE6C7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216FF7-3AE9-85FA-D18A-9862C6DB59AE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7C0ADFA0-11B6-96C9-35AE-E6733196ACDA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604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2A7AA7-CA5F-D2FA-2E5E-C3E10A53D35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6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1EDE2594-98FA-EBCE-C733-A51E9F54ED18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735AE5-30EC-7992-E657-2104C4F3BF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CB5785D-C6E0-0BB4-B792-5DF6906E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C76ABB-19BA-0D81-2004-CA8C1BFA3211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93DEC689-0562-F90A-00BD-D3E65D677F10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88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8236F-F572-6350-D20A-0FCE1F380099}"/>
              </a:ext>
            </a:extLst>
          </p:cNvPr>
          <p:cNvSpPr/>
          <p:nvPr userDrawn="1"/>
        </p:nvSpPr>
        <p:spPr>
          <a:xfrm>
            <a:off x="0" y="-8444"/>
            <a:ext cx="12192000" cy="7133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4304"/>
            <a:ext cx="10515600" cy="80638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9C659F1E-1F51-522D-AC8E-BE6E140A9E7D}"/>
              </a:ext>
            </a:extLst>
          </p:cNvPr>
          <p:cNvSpPr/>
          <p:nvPr userDrawn="1"/>
        </p:nvSpPr>
        <p:spPr>
          <a:xfrm>
            <a:off x="1775458" y="6721474"/>
            <a:ext cx="10416543" cy="136562"/>
          </a:xfrm>
          <a:custGeom>
            <a:avLst/>
            <a:gdLst>
              <a:gd name="connsiteX0" fmla="*/ 0 w 8093413"/>
              <a:gd name="connsiteY0" fmla="*/ 0 h 133200"/>
              <a:gd name="connsiteX1" fmla="*/ 8093413 w 8093413"/>
              <a:gd name="connsiteY1" fmla="*/ 0 h 133200"/>
              <a:gd name="connsiteX2" fmla="*/ 8093413 w 8093413"/>
              <a:gd name="connsiteY2" fmla="*/ 133200 h 133200"/>
              <a:gd name="connsiteX3" fmla="*/ 0 w 8093413"/>
              <a:gd name="connsiteY3" fmla="*/ 133200 h 133200"/>
              <a:gd name="connsiteX4" fmla="*/ 0 w 8093413"/>
              <a:gd name="connsiteY4" fmla="*/ 0 h 133200"/>
              <a:gd name="connsiteX0" fmla="*/ 94130 w 8187543"/>
              <a:gd name="connsiteY0" fmla="*/ 0 h 136562"/>
              <a:gd name="connsiteX1" fmla="*/ 8187543 w 8187543"/>
              <a:gd name="connsiteY1" fmla="*/ 0 h 136562"/>
              <a:gd name="connsiteX2" fmla="*/ 8187543 w 8187543"/>
              <a:gd name="connsiteY2" fmla="*/ 133200 h 136562"/>
              <a:gd name="connsiteX3" fmla="*/ 0 w 8187543"/>
              <a:gd name="connsiteY3" fmla="*/ 136562 h 136562"/>
              <a:gd name="connsiteX4" fmla="*/ 94130 w 8187543"/>
              <a:gd name="connsiteY4" fmla="*/ 0 h 1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7543" h="136562">
                <a:moveTo>
                  <a:pt x="94130" y="0"/>
                </a:moveTo>
                <a:lnTo>
                  <a:pt x="8187543" y="0"/>
                </a:lnTo>
                <a:lnTo>
                  <a:pt x="8187543" y="133200"/>
                </a:lnTo>
                <a:lnTo>
                  <a:pt x="0" y="136562"/>
                </a:lnTo>
                <a:lnTo>
                  <a:pt x="941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180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1B0D34-343B-C838-5720-7351BA57CF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28826" y="6739175"/>
            <a:ext cx="10363148" cy="10180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B8E042D-2BAA-2A3F-EC27-380C92DB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6283" y="6599573"/>
            <a:ext cx="505557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D379440A-2DED-3643-ADED-9B5C83E7D828}" type="slidenum">
              <a:rPr lang="en-VN"/>
              <a:pPr/>
              <a:t>‹#›</a:t>
            </a:fld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CD5B80-37F9-BE16-90B3-B1958D8A8755}"/>
              </a:ext>
            </a:extLst>
          </p:cNvPr>
          <p:cNvSpPr txBox="1"/>
          <p:nvPr userDrawn="1"/>
        </p:nvSpPr>
        <p:spPr>
          <a:xfrm>
            <a:off x="140379" y="6663076"/>
            <a:ext cx="162491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0070C0"/>
                </a:solidFill>
              </a:rPr>
              <a:t>https://huit.edu.vn</a:t>
            </a:r>
            <a:endParaRPr lang="en-VN" sz="1000">
              <a:solidFill>
                <a:srgbClr val="0070C0"/>
              </a:solidFill>
            </a:endParaRPr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62415AA-63D3-FB51-385B-BC2BCB0599A3}"/>
              </a:ext>
            </a:extLst>
          </p:cNvPr>
          <p:cNvPicPr>
            <a:picLocks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8618" y="2224"/>
            <a:ext cx="3290400" cy="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360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02366D-8698-B649-944B-CF1A6B166FF8}" type="datetimeFigureOut">
              <a:t>08/14/2025</a:t>
            </a:fld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9440A-2DED-3643-ADED-9B5C83E7D828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2272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Asynchronous/Asynchronous.c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Asynchronous/non-blocking.cs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CF78BC-6A27-21AC-5EBD-81C9E14542EB}"/>
              </a:ext>
            </a:extLst>
          </p:cNvPr>
          <p:cNvSpPr txBox="1"/>
          <p:nvPr/>
        </p:nvSpPr>
        <p:spPr>
          <a:xfrm>
            <a:off x="1956757" y="2104808"/>
            <a:ext cx="80751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/>
            <a:r>
              <a:rPr lang="vi-VN" sz="4400" b="1">
                <a:solidFill>
                  <a:srgbClr val="034EA2"/>
                </a:solidFill>
                <a:latin typeface="Myriad Pro" panose="020B0503030403020204" pitchFamily="34" charset="0"/>
              </a:rPr>
              <a:t>CHƯƠNG </a:t>
            </a:r>
            <a:r>
              <a:rPr lang="en-US" sz="4400" b="1">
                <a:solidFill>
                  <a:srgbClr val="034EA2"/>
                </a:solidFill>
                <a:latin typeface="Myriad Pro" panose="020B0503030403020204" pitchFamily="34" charset="0"/>
              </a:rPr>
              <a:t>6</a:t>
            </a:r>
            <a:r>
              <a:rPr lang="vi-VN" sz="4400" b="1">
                <a:solidFill>
                  <a:srgbClr val="034EA2"/>
                </a:solidFill>
                <a:latin typeface="Myriad Pro" panose="020B0503030403020204" pitchFamily="34" charset="0"/>
              </a:rPr>
              <a:t> XỬ LÝ ỨNG DỤNG BẤT ĐỒNG BỘ</a:t>
            </a:r>
            <a:endParaRPr lang="en-VN" sz="4400" b="1" dirty="0">
              <a:solidFill>
                <a:srgbClr val="034EA2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4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3835E-8FBD-4BE0-3E3F-C8D650B68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16272-44EF-B819-55DF-B8A5410F6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Dùng .NET asynchronous socket</a:t>
            </a:r>
          </a:p>
          <a:p>
            <a:r>
              <a:rPr lang="en-US"/>
              <a:t>Dùng phương thức non – blocking soket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87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C4CD6-D8FB-1A10-25DB-6B7E349A5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MỤC TIÊU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B3306-770E-57DC-8962-64A4DDD4A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/>
              <a:t>Hiểu và sử dụng các phương thức bất đồng bộ trong .NET để tối ưu hiệu suất ứng dụng.</a:t>
            </a:r>
          </a:p>
        </p:txBody>
      </p:sp>
    </p:spTree>
    <p:extLst>
      <p:ext uri="{BB962C8B-B14F-4D97-AF65-F5344CB8AC3E}">
        <p14:creationId xmlns:p14="http://schemas.microsoft.com/office/powerpoint/2010/main" val="2569396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B13AA-5840-91DF-26F8-98CF5F91C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DÙNG .NET ASYNCHRONOUS SOCKET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4F45E-0E38-C415-03D8-65DA5D14C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/>
              <a:t>Mô tả:</a:t>
            </a:r>
            <a:endParaRPr lang="en-US" b="1"/>
          </a:p>
          <a:p>
            <a:pPr lvl="1"/>
            <a:r>
              <a:rPr lang="vi-VN" sz="2600"/>
              <a:t>Sử dụng Socket.BeginConnect và Socket.EndConnect trong .NET để thực hiện kết nối bất đồng bộ.</a:t>
            </a:r>
            <a:endParaRPr lang="en-US" sz="2600"/>
          </a:p>
          <a:p>
            <a:pPr lvl="1"/>
            <a:r>
              <a:rPr lang="vi-VN" sz="2600"/>
              <a:t>Các phương thức này giúp thực hiện các hoạt động socket mà không chặn luồng chính của ứng dụng.</a:t>
            </a: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4067653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00127-5392-35B3-3A9C-7FF40E4E5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009BC-5A61-F3D4-6175-8FD9204EB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/>
              <a:t>DÙNG .NET ASYNCHRONOUS SOCKET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F38AC-27A9-9A7F-0EA1-B62848407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Ví dụ: </a:t>
            </a:r>
            <a:r>
              <a:rPr lang="en-US">
                <a:hlinkClick r:id="rId2" action="ppaction://hlinkfile"/>
              </a:rPr>
              <a:t>Code</a:t>
            </a:r>
            <a:endParaRPr lang="en-US"/>
          </a:p>
          <a:p>
            <a:pPr lvl="1"/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4170314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4446D-C753-E79A-6826-C90E4D0F5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27D3-BC52-4EAE-79B4-40DAAA48A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/>
              <a:t>DÙNG </a:t>
            </a:r>
            <a:r>
              <a:rPr lang="vi-VN" sz="3600"/>
              <a:t>NON-BLOCKING SOCKET TRONG .NET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A558B-0F79-83C3-303A-A2F2CCF58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b="1"/>
              <a:t>Mô tả:</a:t>
            </a:r>
            <a:endParaRPr lang="en-US" b="1"/>
          </a:p>
          <a:p>
            <a:pPr lvl="1"/>
            <a:r>
              <a:rPr lang="vi-VN" sz="2600"/>
              <a:t>Socket không chặn giúp kiểm tra kết nối mà không làm gián đoạn luồng ứng dụng.</a:t>
            </a:r>
            <a:endParaRPr lang="en-US" sz="2600"/>
          </a:p>
          <a:p>
            <a:pPr lvl="1"/>
            <a:r>
              <a:rPr lang="vi-VN" sz="2600"/>
              <a:t>Sử dụng Socket.Blocking để chuyển socket vào chế độ không chặn.</a:t>
            </a: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1256542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9CB8B-D826-E63F-CF32-7D95C7D74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F03CC-E280-37CD-65FC-3D4B231BA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/>
              <a:t>DÙNG </a:t>
            </a:r>
            <a:r>
              <a:rPr lang="vi-VN" sz="3600"/>
              <a:t>NON-BLOCKING SOCKET TRONG .NET</a:t>
            </a:r>
            <a:endParaRPr lang="en-US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997E7-9C5B-365F-7D11-4098E448F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Ví dụ: </a:t>
            </a:r>
            <a:r>
              <a:rPr lang="en-US">
                <a:hlinkClick r:id="rId2" action="ppaction://hlinkfile"/>
              </a:rPr>
              <a:t>Code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12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1EEE2-A0ED-3421-4847-FBD7AA4D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Q&amp;A</a:t>
            </a:r>
          </a:p>
        </p:txBody>
      </p:sp>
      <p:grpSp>
        <p:nvGrpSpPr>
          <p:cNvPr id="14" name="Group 17">
            <a:extLst>
              <a:ext uri="{FF2B5EF4-FFF2-40B4-BE49-F238E27FC236}">
                <a16:creationId xmlns:a16="http://schemas.microsoft.com/office/drawing/2014/main" id="{DDA224F6-CC4B-1835-8E4C-0430E90CE44F}"/>
              </a:ext>
            </a:extLst>
          </p:cNvPr>
          <p:cNvGrpSpPr>
            <a:grpSpLocks/>
          </p:cNvGrpSpPr>
          <p:nvPr/>
        </p:nvGrpSpPr>
        <p:grpSpPr bwMode="auto">
          <a:xfrm>
            <a:off x="5167313" y="2116931"/>
            <a:ext cx="1857375" cy="3995738"/>
            <a:chOff x="2208" y="768"/>
            <a:chExt cx="1170" cy="2517"/>
          </a:xfrm>
        </p:grpSpPr>
        <p:sp>
          <p:nvSpPr>
            <p:cNvPr id="15" name="AutoShape 7">
              <a:extLst>
                <a:ext uri="{FF2B5EF4-FFF2-40B4-BE49-F238E27FC236}">
                  <a16:creationId xmlns:a16="http://schemas.microsoft.com/office/drawing/2014/main" id="{782FAECC-73D8-E397-CFEE-63C9BA938F63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208" y="768"/>
              <a:ext cx="1170" cy="2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5D175F58-3E4A-FA53-853A-7B359AA35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" y="1093"/>
              <a:ext cx="457" cy="507"/>
            </a:xfrm>
            <a:custGeom>
              <a:avLst/>
              <a:gdLst>
                <a:gd name="T0" fmla="*/ 238 w 457"/>
                <a:gd name="T1" fmla="*/ 117 h 507"/>
                <a:gd name="T2" fmla="*/ 198 w 457"/>
                <a:gd name="T3" fmla="*/ 65 h 507"/>
                <a:gd name="T4" fmla="*/ 142 w 457"/>
                <a:gd name="T5" fmla="*/ 26 h 507"/>
                <a:gd name="T6" fmla="*/ 92 w 457"/>
                <a:gd name="T7" fmla="*/ 0 h 507"/>
                <a:gd name="T8" fmla="*/ 52 w 457"/>
                <a:gd name="T9" fmla="*/ 7 h 507"/>
                <a:gd name="T10" fmla="*/ 23 w 457"/>
                <a:gd name="T11" fmla="*/ 36 h 507"/>
                <a:gd name="T12" fmla="*/ 0 w 457"/>
                <a:gd name="T13" fmla="*/ 124 h 507"/>
                <a:gd name="T14" fmla="*/ 9 w 457"/>
                <a:gd name="T15" fmla="*/ 225 h 507"/>
                <a:gd name="T16" fmla="*/ 33 w 457"/>
                <a:gd name="T17" fmla="*/ 322 h 507"/>
                <a:gd name="T18" fmla="*/ 59 w 457"/>
                <a:gd name="T19" fmla="*/ 397 h 507"/>
                <a:gd name="T20" fmla="*/ 109 w 457"/>
                <a:gd name="T21" fmla="*/ 475 h 507"/>
                <a:gd name="T22" fmla="*/ 152 w 457"/>
                <a:gd name="T23" fmla="*/ 507 h 507"/>
                <a:gd name="T24" fmla="*/ 211 w 457"/>
                <a:gd name="T25" fmla="*/ 507 h 507"/>
                <a:gd name="T26" fmla="*/ 271 w 457"/>
                <a:gd name="T27" fmla="*/ 485 h 507"/>
                <a:gd name="T28" fmla="*/ 301 w 457"/>
                <a:gd name="T29" fmla="*/ 429 h 507"/>
                <a:gd name="T30" fmla="*/ 317 w 457"/>
                <a:gd name="T31" fmla="*/ 358 h 507"/>
                <a:gd name="T32" fmla="*/ 311 w 457"/>
                <a:gd name="T33" fmla="*/ 270 h 507"/>
                <a:gd name="T34" fmla="*/ 450 w 457"/>
                <a:gd name="T35" fmla="*/ 280 h 507"/>
                <a:gd name="T36" fmla="*/ 457 w 457"/>
                <a:gd name="T37" fmla="*/ 241 h 507"/>
                <a:gd name="T38" fmla="*/ 298 w 457"/>
                <a:gd name="T39" fmla="*/ 225 h 507"/>
                <a:gd name="T40" fmla="*/ 258 w 457"/>
                <a:gd name="T41" fmla="*/ 134 h 507"/>
                <a:gd name="T42" fmla="*/ 238 w 457"/>
                <a:gd name="T43" fmla="*/ 117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7" h="507">
                  <a:moveTo>
                    <a:pt x="238" y="117"/>
                  </a:moveTo>
                  <a:lnTo>
                    <a:pt x="198" y="65"/>
                  </a:lnTo>
                  <a:lnTo>
                    <a:pt x="142" y="26"/>
                  </a:lnTo>
                  <a:lnTo>
                    <a:pt x="92" y="0"/>
                  </a:lnTo>
                  <a:lnTo>
                    <a:pt x="52" y="7"/>
                  </a:lnTo>
                  <a:lnTo>
                    <a:pt x="23" y="36"/>
                  </a:lnTo>
                  <a:lnTo>
                    <a:pt x="0" y="124"/>
                  </a:lnTo>
                  <a:lnTo>
                    <a:pt x="9" y="225"/>
                  </a:lnTo>
                  <a:lnTo>
                    <a:pt x="33" y="322"/>
                  </a:lnTo>
                  <a:lnTo>
                    <a:pt x="59" y="397"/>
                  </a:lnTo>
                  <a:lnTo>
                    <a:pt x="109" y="475"/>
                  </a:lnTo>
                  <a:lnTo>
                    <a:pt x="152" y="507"/>
                  </a:lnTo>
                  <a:lnTo>
                    <a:pt x="211" y="507"/>
                  </a:lnTo>
                  <a:lnTo>
                    <a:pt x="271" y="485"/>
                  </a:lnTo>
                  <a:lnTo>
                    <a:pt x="301" y="429"/>
                  </a:lnTo>
                  <a:lnTo>
                    <a:pt x="317" y="358"/>
                  </a:lnTo>
                  <a:lnTo>
                    <a:pt x="311" y="270"/>
                  </a:lnTo>
                  <a:lnTo>
                    <a:pt x="450" y="280"/>
                  </a:lnTo>
                  <a:lnTo>
                    <a:pt x="457" y="241"/>
                  </a:lnTo>
                  <a:lnTo>
                    <a:pt x="298" y="225"/>
                  </a:lnTo>
                  <a:lnTo>
                    <a:pt x="258" y="134"/>
                  </a:lnTo>
                  <a:lnTo>
                    <a:pt x="238" y="117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11E8910-EAB4-D4C0-67BB-4FD4FF844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0" y="963"/>
              <a:ext cx="526" cy="813"/>
            </a:xfrm>
            <a:custGeom>
              <a:avLst/>
              <a:gdLst>
                <a:gd name="T0" fmla="*/ 307 w 526"/>
                <a:gd name="T1" fmla="*/ 19 h 813"/>
                <a:gd name="T2" fmla="*/ 373 w 526"/>
                <a:gd name="T3" fmla="*/ 0 h 813"/>
                <a:gd name="T4" fmla="*/ 426 w 526"/>
                <a:gd name="T5" fmla="*/ 3 h 813"/>
                <a:gd name="T6" fmla="*/ 466 w 526"/>
                <a:gd name="T7" fmla="*/ 32 h 813"/>
                <a:gd name="T8" fmla="*/ 493 w 526"/>
                <a:gd name="T9" fmla="*/ 78 h 813"/>
                <a:gd name="T10" fmla="*/ 483 w 526"/>
                <a:gd name="T11" fmla="*/ 126 h 813"/>
                <a:gd name="T12" fmla="*/ 446 w 526"/>
                <a:gd name="T13" fmla="*/ 126 h 813"/>
                <a:gd name="T14" fmla="*/ 456 w 526"/>
                <a:gd name="T15" fmla="*/ 87 h 813"/>
                <a:gd name="T16" fmla="*/ 426 w 526"/>
                <a:gd name="T17" fmla="*/ 52 h 813"/>
                <a:gd name="T18" fmla="*/ 397 w 526"/>
                <a:gd name="T19" fmla="*/ 39 h 813"/>
                <a:gd name="T20" fmla="*/ 347 w 526"/>
                <a:gd name="T21" fmla="*/ 52 h 813"/>
                <a:gd name="T22" fmla="*/ 367 w 526"/>
                <a:gd name="T23" fmla="*/ 91 h 813"/>
                <a:gd name="T24" fmla="*/ 373 w 526"/>
                <a:gd name="T25" fmla="*/ 126 h 813"/>
                <a:gd name="T26" fmla="*/ 367 w 526"/>
                <a:gd name="T27" fmla="*/ 156 h 813"/>
                <a:gd name="T28" fmla="*/ 317 w 526"/>
                <a:gd name="T29" fmla="*/ 169 h 813"/>
                <a:gd name="T30" fmla="*/ 264 w 526"/>
                <a:gd name="T31" fmla="*/ 159 h 813"/>
                <a:gd name="T32" fmla="*/ 254 w 526"/>
                <a:gd name="T33" fmla="*/ 136 h 813"/>
                <a:gd name="T34" fmla="*/ 198 w 526"/>
                <a:gd name="T35" fmla="*/ 198 h 813"/>
                <a:gd name="T36" fmla="*/ 165 w 526"/>
                <a:gd name="T37" fmla="*/ 266 h 813"/>
                <a:gd name="T38" fmla="*/ 119 w 526"/>
                <a:gd name="T39" fmla="*/ 354 h 813"/>
                <a:gd name="T40" fmla="*/ 89 w 526"/>
                <a:gd name="T41" fmla="*/ 432 h 813"/>
                <a:gd name="T42" fmla="*/ 76 w 526"/>
                <a:gd name="T43" fmla="*/ 507 h 813"/>
                <a:gd name="T44" fmla="*/ 86 w 526"/>
                <a:gd name="T45" fmla="*/ 546 h 813"/>
                <a:gd name="T46" fmla="*/ 139 w 526"/>
                <a:gd name="T47" fmla="*/ 595 h 813"/>
                <a:gd name="T48" fmla="*/ 248 w 526"/>
                <a:gd name="T49" fmla="*/ 637 h 813"/>
                <a:gd name="T50" fmla="*/ 307 w 526"/>
                <a:gd name="T51" fmla="*/ 656 h 813"/>
                <a:gd name="T52" fmla="*/ 367 w 526"/>
                <a:gd name="T53" fmla="*/ 666 h 813"/>
                <a:gd name="T54" fmla="*/ 456 w 526"/>
                <a:gd name="T55" fmla="*/ 702 h 813"/>
                <a:gd name="T56" fmla="*/ 522 w 526"/>
                <a:gd name="T57" fmla="*/ 725 h 813"/>
                <a:gd name="T58" fmla="*/ 526 w 526"/>
                <a:gd name="T59" fmla="*/ 770 h 813"/>
                <a:gd name="T60" fmla="*/ 493 w 526"/>
                <a:gd name="T61" fmla="*/ 803 h 813"/>
                <a:gd name="T62" fmla="*/ 453 w 526"/>
                <a:gd name="T63" fmla="*/ 813 h 813"/>
                <a:gd name="T64" fmla="*/ 393 w 526"/>
                <a:gd name="T65" fmla="*/ 783 h 813"/>
                <a:gd name="T66" fmla="*/ 254 w 526"/>
                <a:gd name="T67" fmla="*/ 712 h 813"/>
                <a:gd name="T68" fmla="*/ 139 w 526"/>
                <a:gd name="T69" fmla="*/ 663 h 813"/>
                <a:gd name="T70" fmla="*/ 59 w 526"/>
                <a:gd name="T71" fmla="*/ 608 h 813"/>
                <a:gd name="T72" fmla="*/ 6 w 526"/>
                <a:gd name="T73" fmla="*/ 559 h 813"/>
                <a:gd name="T74" fmla="*/ 0 w 526"/>
                <a:gd name="T75" fmla="*/ 500 h 813"/>
                <a:gd name="T76" fmla="*/ 29 w 526"/>
                <a:gd name="T77" fmla="*/ 422 h 813"/>
                <a:gd name="T78" fmla="*/ 89 w 526"/>
                <a:gd name="T79" fmla="*/ 305 h 813"/>
                <a:gd name="T80" fmla="*/ 145 w 526"/>
                <a:gd name="T81" fmla="*/ 208 h 813"/>
                <a:gd name="T82" fmla="*/ 215 w 526"/>
                <a:gd name="T83" fmla="*/ 107 h 813"/>
                <a:gd name="T84" fmla="*/ 268 w 526"/>
                <a:gd name="T85" fmla="*/ 48 h 813"/>
                <a:gd name="T86" fmla="*/ 334 w 526"/>
                <a:gd name="T87" fmla="*/ 19 h 813"/>
                <a:gd name="T88" fmla="*/ 307 w 526"/>
                <a:gd name="T89" fmla="*/ 19 h 8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26" h="813">
                  <a:moveTo>
                    <a:pt x="307" y="19"/>
                  </a:moveTo>
                  <a:lnTo>
                    <a:pt x="373" y="0"/>
                  </a:lnTo>
                  <a:lnTo>
                    <a:pt x="426" y="3"/>
                  </a:lnTo>
                  <a:lnTo>
                    <a:pt x="466" y="32"/>
                  </a:lnTo>
                  <a:lnTo>
                    <a:pt x="493" y="78"/>
                  </a:lnTo>
                  <a:lnTo>
                    <a:pt x="483" y="126"/>
                  </a:lnTo>
                  <a:lnTo>
                    <a:pt x="446" y="126"/>
                  </a:lnTo>
                  <a:lnTo>
                    <a:pt x="456" y="87"/>
                  </a:lnTo>
                  <a:lnTo>
                    <a:pt x="426" y="52"/>
                  </a:lnTo>
                  <a:lnTo>
                    <a:pt x="397" y="39"/>
                  </a:lnTo>
                  <a:lnTo>
                    <a:pt x="347" y="52"/>
                  </a:lnTo>
                  <a:lnTo>
                    <a:pt x="367" y="91"/>
                  </a:lnTo>
                  <a:lnTo>
                    <a:pt x="373" y="126"/>
                  </a:lnTo>
                  <a:lnTo>
                    <a:pt x="367" y="156"/>
                  </a:lnTo>
                  <a:lnTo>
                    <a:pt x="317" y="169"/>
                  </a:lnTo>
                  <a:lnTo>
                    <a:pt x="264" y="159"/>
                  </a:lnTo>
                  <a:lnTo>
                    <a:pt x="254" y="136"/>
                  </a:lnTo>
                  <a:lnTo>
                    <a:pt x="198" y="198"/>
                  </a:lnTo>
                  <a:lnTo>
                    <a:pt x="165" y="266"/>
                  </a:lnTo>
                  <a:lnTo>
                    <a:pt x="119" y="354"/>
                  </a:lnTo>
                  <a:lnTo>
                    <a:pt x="89" y="432"/>
                  </a:lnTo>
                  <a:lnTo>
                    <a:pt x="76" y="507"/>
                  </a:lnTo>
                  <a:lnTo>
                    <a:pt x="86" y="546"/>
                  </a:lnTo>
                  <a:lnTo>
                    <a:pt x="139" y="595"/>
                  </a:lnTo>
                  <a:lnTo>
                    <a:pt x="248" y="637"/>
                  </a:lnTo>
                  <a:lnTo>
                    <a:pt x="307" y="656"/>
                  </a:lnTo>
                  <a:lnTo>
                    <a:pt x="367" y="666"/>
                  </a:lnTo>
                  <a:lnTo>
                    <a:pt x="456" y="702"/>
                  </a:lnTo>
                  <a:lnTo>
                    <a:pt x="522" y="725"/>
                  </a:lnTo>
                  <a:lnTo>
                    <a:pt x="526" y="770"/>
                  </a:lnTo>
                  <a:lnTo>
                    <a:pt x="493" y="803"/>
                  </a:lnTo>
                  <a:lnTo>
                    <a:pt x="453" y="813"/>
                  </a:lnTo>
                  <a:lnTo>
                    <a:pt x="393" y="783"/>
                  </a:lnTo>
                  <a:lnTo>
                    <a:pt x="254" y="712"/>
                  </a:lnTo>
                  <a:lnTo>
                    <a:pt x="139" y="663"/>
                  </a:lnTo>
                  <a:lnTo>
                    <a:pt x="59" y="608"/>
                  </a:lnTo>
                  <a:lnTo>
                    <a:pt x="6" y="559"/>
                  </a:lnTo>
                  <a:lnTo>
                    <a:pt x="0" y="500"/>
                  </a:lnTo>
                  <a:lnTo>
                    <a:pt x="29" y="422"/>
                  </a:lnTo>
                  <a:lnTo>
                    <a:pt x="89" y="305"/>
                  </a:lnTo>
                  <a:lnTo>
                    <a:pt x="145" y="208"/>
                  </a:lnTo>
                  <a:lnTo>
                    <a:pt x="215" y="107"/>
                  </a:lnTo>
                  <a:lnTo>
                    <a:pt x="268" y="48"/>
                  </a:lnTo>
                  <a:lnTo>
                    <a:pt x="334" y="19"/>
                  </a:lnTo>
                  <a:lnTo>
                    <a:pt x="307" y="19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4CC112B0-28E3-A73F-195A-D3A0432FD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1637"/>
              <a:ext cx="275" cy="763"/>
            </a:xfrm>
            <a:custGeom>
              <a:avLst/>
              <a:gdLst>
                <a:gd name="T0" fmla="*/ 17 w 275"/>
                <a:gd name="T1" fmla="*/ 59 h 763"/>
                <a:gd name="T2" fmla="*/ 27 w 275"/>
                <a:gd name="T3" fmla="*/ 20 h 763"/>
                <a:gd name="T4" fmla="*/ 70 w 275"/>
                <a:gd name="T5" fmla="*/ 0 h 763"/>
                <a:gd name="T6" fmla="*/ 109 w 275"/>
                <a:gd name="T7" fmla="*/ 0 h 763"/>
                <a:gd name="T8" fmla="*/ 159 w 275"/>
                <a:gd name="T9" fmla="*/ 29 h 763"/>
                <a:gd name="T10" fmla="*/ 206 w 275"/>
                <a:gd name="T11" fmla="*/ 98 h 763"/>
                <a:gd name="T12" fmla="*/ 239 w 275"/>
                <a:gd name="T13" fmla="*/ 169 h 763"/>
                <a:gd name="T14" fmla="*/ 255 w 275"/>
                <a:gd name="T15" fmla="*/ 266 h 763"/>
                <a:gd name="T16" fmla="*/ 269 w 275"/>
                <a:gd name="T17" fmla="*/ 380 h 763"/>
                <a:gd name="T18" fmla="*/ 275 w 275"/>
                <a:gd name="T19" fmla="*/ 490 h 763"/>
                <a:gd name="T20" fmla="*/ 275 w 275"/>
                <a:gd name="T21" fmla="*/ 633 h 763"/>
                <a:gd name="T22" fmla="*/ 255 w 275"/>
                <a:gd name="T23" fmla="*/ 721 h 763"/>
                <a:gd name="T24" fmla="*/ 219 w 275"/>
                <a:gd name="T25" fmla="*/ 753 h 763"/>
                <a:gd name="T26" fmla="*/ 156 w 275"/>
                <a:gd name="T27" fmla="*/ 763 h 763"/>
                <a:gd name="T28" fmla="*/ 90 w 275"/>
                <a:gd name="T29" fmla="*/ 760 h 763"/>
                <a:gd name="T30" fmla="*/ 56 w 275"/>
                <a:gd name="T31" fmla="*/ 721 h 763"/>
                <a:gd name="T32" fmla="*/ 37 w 275"/>
                <a:gd name="T33" fmla="*/ 653 h 763"/>
                <a:gd name="T34" fmla="*/ 20 w 275"/>
                <a:gd name="T35" fmla="*/ 585 h 763"/>
                <a:gd name="T36" fmla="*/ 7 w 275"/>
                <a:gd name="T37" fmla="*/ 461 h 763"/>
                <a:gd name="T38" fmla="*/ 0 w 275"/>
                <a:gd name="T39" fmla="*/ 322 h 763"/>
                <a:gd name="T40" fmla="*/ 0 w 275"/>
                <a:gd name="T41" fmla="*/ 159 h 763"/>
                <a:gd name="T42" fmla="*/ 17 w 275"/>
                <a:gd name="T43" fmla="*/ 88 h 763"/>
                <a:gd name="T44" fmla="*/ 17 w 275"/>
                <a:gd name="T45" fmla="*/ 59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5" h="763">
                  <a:moveTo>
                    <a:pt x="17" y="59"/>
                  </a:moveTo>
                  <a:lnTo>
                    <a:pt x="27" y="20"/>
                  </a:lnTo>
                  <a:lnTo>
                    <a:pt x="70" y="0"/>
                  </a:lnTo>
                  <a:lnTo>
                    <a:pt x="109" y="0"/>
                  </a:lnTo>
                  <a:lnTo>
                    <a:pt x="159" y="29"/>
                  </a:lnTo>
                  <a:lnTo>
                    <a:pt x="206" y="98"/>
                  </a:lnTo>
                  <a:lnTo>
                    <a:pt x="239" y="169"/>
                  </a:lnTo>
                  <a:lnTo>
                    <a:pt x="255" y="266"/>
                  </a:lnTo>
                  <a:lnTo>
                    <a:pt x="269" y="380"/>
                  </a:lnTo>
                  <a:lnTo>
                    <a:pt x="275" y="490"/>
                  </a:lnTo>
                  <a:lnTo>
                    <a:pt x="275" y="633"/>
                  </a:lnTo>
                  <a:lnTo>
                    <a:pt x="255" y="721"/>
                  </a:lnTo>
                  <a:lnTo>
                    <a:pt x="219" y="753"/>
                  </a:lnTo>
                  <a:lnTo>
                    <a:pt x="156" y="763"/>
                  </a:lnTo>
                  <a:lnTo>
                    <a:pt x="90" y="760"/>
                  </a:lnTo>
                  <a:lnTo>
                    <a:pt x="56" y="721"/>
                  </a:lnTo>
                  <a:lnTo>
                    <a:pt x="37" y="653"/>
                  </a:lnTo>
                  <a:lnTo>
                    <a:pt x="20" y="585"/>
                  </a:lnTo>
                  <a:lnTo>
                    <a:pt x="7" y="461"/>
                  </a:lnTo>
                  <a:lnTo>
                    <a:pt x="0" y="322"/>
                  </a:lnTo>
                  <a:lnTo>
                    <a:pt x="0" y="159"/>
                  </a:lnTo>
                  <a:lnTo>
                    <a:pt x="17" y="88"/>
                  </a:lnTo>
                  <a:lnTo>
                    <a:pt x="17" y="59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68733806-2F95-286D-501B-CE5AD8D67C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" y="1658"/>
              <a:ext cx="420" cy="586"/>
            </a:xfrm>
            <a:custGeom>
              <a:avLst/>
              <a:gdLst>
                <a:gd name="T0" fmla="*/ 23 w 420"/>
                <a:gd name="T1" fmla="*/ 0 h 586"/>
                <a:gd name="T2" fmla="*/ 109 w 420"/>
                <a:gd name="T3" fmla="*/ 10 h 586"/>
                <a:gd name="T4" fmla="*/ 198 w 420"/>
                <a:gd name="T5" fmla="*/ 26 h 586"/>
                <a:gd name="T6" fmla="*/ 291 w 420"/>
                <a:gd name="T7" fmla="*/ 78 h 586"/>
                <a:gd name="T8" fmla="*/ 357 w 420"/>
                <a:gd name="T9" fmla="*/ 117 h 586"/>
                <a:gd name="T10" fmla="*/ 400 w 420"/>
                <a:gd name="T11" fmla="*/ 173 h 586"/>
                <a:gd name="T12" fmla="*/ 420 w 420"/>
                <a:gd name="T13" fmla="*/ 205 h 586"/>
                <a:gd name="T14" fmla="*/ 380 w 420"/>
                <a:gd name="T15" fmla="*/ 300 h 586"/>
                <a:gd name="T16" fmla="*/ 317 w 420"/>
                <a:gd name="T17" fmla="*/ 358 h 586"/>
                <a:gd name="T18" fmla="*/ 241 w 420"/>
                <a:gd name="T19" fmla="*/ 400 h 586"/>
                <a:gd name="T20" fmla="*/ 201 w 420"/>
                <a:gd name="T21" fmla="*/ 426 h 586"/>
                <a:gd name="T22" fmla="*/ 132 w 420"/>
                <a:gd name="T23" fmla="*/ 439 h 586"/>
                <a:gd name="T24" fmla="*/ 129 w 420"/>
                <a:gd name="T25" fmla="*/ 465 h 586"/>
                <a:gd name="T26" fmla="*/ 182 w 420"/>
                <a:gd name="T27" fmla="*/ 488 h 586"/>
                <a:gd name="T28" fmla="*/ 258 w 420"/>
                <a:gd name="T29" fmla="*/ 508 h 586"/>
                <a:gd name="T30" fmla="*/ 330 w 420"/>
                <a:gd name="T31" fmla="*/ 547 h 586"/>
                <a:gd name="T32" fmla="*/ 301 w 420"/>
                <a:gd name="T33" fmla="*/ 576 h 586"/>
                <a:gd name="T34" fmla="*/ 271 w 420"/>
                <a:gd name="T35" fmla="*/ 586 h 586"/>
                <a:gd name="T36" fmla="*/ 228 w 420"/>
                <a:gd name="T37" fmla="*/ 543 h 586"/>
                <a:gd name="T38" fmla="*/ 162 w 420"/>
                <a:gd name="T39" fmla="*/ 517 h 586"/>
                <a:gd name="T40" fmla="*/ 109 w 420"/>
                <a:gd name="T41" fmla="*/ 498 h 586"/>
                <a:gd name="T42" fmla="*/ 109 w 420"/>
                <a:gd name="T43" fmla="*/ 459 h 586"/>
                <a:gd name="T44" fmla="*/ 119 w 420"/>
                <a:gd name="T45" fmla="*/ 417 h 586"/>
                <a:gd name="T46" fmla="*/ 152 w 420"/>
                <a:gd name="T47" fmla="*/ 400 h 586"/>
                <a:gd name="T48" fmla="*/ 258 w 420"/>
                <a:gd name="T49" fmla="*/ 358 h 586"/>
                <a:gd name="T50" fmla="*/ 317 w 420"/>
                <a:gd name="T51" fmla="*/ 293 h 586"/>
                <a:gd name="T52" fmla="*/ 360 w 420"/>
                <a:gd name="T53" fmla="*/ 225 h 586"/>
                <a:gd name="T54" fmla="*/ 350 w 420"/>
                <a:gd name="T55" fmla="*/ 192 h 586"/>
                <a:gd name="T56" fmla="*/ 317 w 420"/>
                <a:gd name="T57" fmla="*/ 153 h 586"/>
                <a:gd name="T58" fmla="*/ 238 w 420"/>
                <a:gd name="T59" fmla="*/ 98 h 586"/>
                <a:gd name="T60" fmla="*/ 142 w 420"/>
                <a:gd name="T61" fmla="*/ 78 h 586"/>
                <a:gd name="T62" fmla="*/ 79 w 420"/>
                <a:gd name="T63" fmla="*/ 75 h 586"/>
                <a:gd name="T64" fmla="*/ 23 w 420"/>
                <a:gd name="T65" fmla="*/ 75 h 586"/>
                <a:gd name="T66" fmla="*/ 0 w 420"/>
                <a:gd name="T67" fmla="*/ 39 h 586"/>
                <a:gd name="T68" fmla="*/ 23 w 420"/>
                <a:gd name="T69" fmla="*/ 0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20" h="586">
                  <a:moveTo>
                    <a:pt x="23" y="0"/>
                  </a:moveTo>
                  <a:lnTo>
                    <a:pt x="109" y="10"/>
                  </a:lnTo>
                  <a:lnTo>
                    <a:pt x="198" y="26"/>
                  </a:lnTo>
                  <a:lnTo>
                    <a:pt x="291" y="78"/>
                  </a:lnTo>
                  <a:lnTo>
                    <a:pt x="357" y="117"/>
                  </a:lnTo>
                  <a:lnTo>
                    <a:pt x="400" y="173"/>
                  </a:lnTo>
                  <a:lnTo>
                    <a:pt x="420" y="205"/>
                  </a:lnTo>
                  <a:lnTo>
                    <a:pt x="380" y="300"/>
                  </a:lnTo>
                  <a:lnTo>
                    <a:pt x="317" y="358"/>
                  </a:lnTo>
                  <a:lnTo>
                    <a:pt x="241" y="400"/>
                  </a:lnTo>
                  <a:lnTo>
                    <a:pt x="201" y="426"/>
                  </a:lnTo>
                  <a:lnTo>
                    <a:pt x="132" y="439"/>
                  </a:lnTo>
                  <a:lnTo>
                    <a:pt x="129" y="465"/>
                  </a:lnTo>
                  <a:lnTo>
                    <a:pt x="182" y="488"/>
                  </a:lnTo>
                  <a:lnTo>
                    <a:pt x="258" y="508"/>
                  </a:lnTo>
                  <a:lnTo>
                    <a:pt x="330" y="547"/>
                  </a:lnTo>
                  <a:lnTo>
                    <a:pt x="301" y="576"/>
                  </a:lnTo>
                  <a:lnTo>
                    <a:pt x="271" y="586"/>
                  </a:lnTo>
                  <a:lnTo>
                    <a:pt x="228" y="543"/>
                  </a:lnTo>
                  <a:lnTo>
                    <a:pt x="162" y="517"/>
                  </a:lnTo>
                  <a:lnTo>
                    <a:pt x="109" y="498"/>
                  </a:lnTo>
                  <a:lnTo>
                    <a:pt x="109" y="459"/>
                  </a:lnTo>
                  <a:lnTo>
                    <a:pt x="119" y="417"/>
                  </a:lnTo>
                  <a:lnTo>
                    <a:pt x="152" y="400"/>
                  </a:lnTo>
                  <a:lnTo>
                    <a:pt x="258" y="358"/>
                  </a:lnTo>
                  <a:lnTo>
                    <a:pt x="317" y="293"/>
                  </a:lnTo>
                  <a:lnTo>
                    <a:pt x="360" y="225"/>
                  </a:lnTo>
                  <a:lnTo>
                    <a:pt x="350" y="192"/>
                  </a:lnTo>
                  <a:lnTo>
                    <a:pt x="317" y="153"/>
                  </a:lnTo>
                  <a:lnTo>
                    <a:pt x="238" y="98"/>
                  </a:lnTo>
                  <a:lnTo>
                    <a:pt x="142" y="78"/>
                  </a:lnTo>
                  <a:lnTo>
                    <a:pt x="79" y="75"/>
                  </a:lnTo>
                  <a:lnTo>
                    <a:pt x="23" y="75"/>
                  </a:lnTo>
                  <a:lnTo>
                    <a:pt x="0" y="39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B2C41A88-C6FA-84C9-5C93-D71E4B4B5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6" y="2322"/>
              <a:ext cx="511" cy="947"/>
            </a:xfrm>
            <a:custGeom>
              <a:avLst/>
              <a:gdLst>
                <a:gd name="T0" fmla="*/ 59 w 511"/>
                <a:gd name="T1" fmla="*/ 0 h 947"/>
                <a:gd name="T2" fmla="*/ 13 w 511"/>
                <a:gd name="T3" fmla="*/ 0 h 947"/>
                <a:gd name="T4" fmla="*/ 0 w 511"/>
                <a:gd name="T5" fmla="*/ 68 h 947"/>
                <a:gd name="T6" fmla="*/ 33 w 511"/>
                <a:gd name="T7" fmla="*/ 108 h 947"/>
                <a:gd name="T8" fmla="*/ 139 w 511"/>
                <a:gd name="T9" fmla="*/ 202 h 947"/>
                <a:gd name="T10" fmla="*/ 232 w 511"/>
                <a:gd name="T11" fmla="*/ 322 h 947"/>
                <a:gd name="T12" fmla="*/ 292 w 511"/>
                <a:gd name="T13" fmla="*/ 446 h 947"/>
                <a:gd name="T14" fmla="*/ 301 w 511"/>
                <a:gd name="T15" fmla="*/ 527 h 947"/>
                <a:gd name="T16" fmla="*/ 298 w 511"/>
                <a:gd name="T17" fmla="*/ 586 h 947"/>
                <a:gd name="T18" fmla="*/ 272 w 511"/>
                <a:gd name="T19" fmla="*/ 719 h 947"/>
                <a:gd name="T20" fmla="*/ 238 w 511"/>
                <a:gd name="T21" fmla="*/ 827 h 947"/>
                <a:gd name="T22" fmla="*/ 209 w 511"/>
                <a:gd name="T23" fmla="*/ 889 h 947"/>
                <a:gd name="T24" fmla="*/ 202 w 511"/>
                <a:gd name="T25" fmla="*/ 928 h 947"/>
                <a:gd name="T26" fmla="*/ 232 w 511"/>
                <a:gd name="T27" fmla="*/ 928 h 947"/>
                <a:gd name="T28" fmla="*/ 278 w 511"/>
                <a:gd name="T29" fmla="*/ 915 h 947"/>
                <a:gd name="T30" fmla="*/ 292 w 511"/>
                <a:gd name="T31" fmla="*/ 918 h 947"/>
                <a:gd name="T32" fmla="*/ 388 w 511"/>
                <a:gd name="T33" fmla="*/ 924 h 947"/>
                <a:gd name="T34" fmla="*/ 461 w 511"/>
                <a:gd name="T35" fmla="*/ 947 h 947"/>
                <a:gd name="T36" fmla="*/ 487 w 511"/>
                <a:gd name="T37" fmla="*/ 934 h 947"/>
                <a:gd name="T38" fmla="*/ 511 w 511"/>
                <a:gd name="T39" fmla="*/ 885 h 947"/>
                <a:gd name="T40" fmla="*/ 487 w 511"/>
                <a:gd name="T41" fmla="*/ 859 h 947"/>
                <a:gd name="T42" fmla="*/ 378 w 511"/>
                <a:gd name="T43" fmla="*/ 856 h 947"/>
                <a:gd name="T44" fmla="*/ 301 w 511"/>
                <a:gd name="T45" fmla="*/ 866 h 947"/>
                <a:gd name="T46" fmla="*/ 262 w 511"/>
                <a:gd name="T47" fmla="*/ 885 h 947"/>
                <a:gd name="T48" fmla="*/ 268 w 511"/>
                <a:gd name="T49" fmla="*/ 840 h 947"/>
                <a:gd name="T50" fmla="*/ 308 w 511"/>
                <a:gd name="T51" fmla="*/ 771 h 947"/>
                <a:gd name="T52" fmla="*/ 341 w 511"/>
                <a:gd name="T53" fmla="*/ 664 h 947"/>
                <a:gd name="T54" fmla="*/ 368 w 511"/>
                <a:gd name="T55" fmla="*/ 573 h 947"/>
                <a:gd name="T56" fmla="*/ 348 w 511"/>
                <a:gd name="T57" fmla="*/ 469 h 947"/>
                <a:gd name="T58" fmla="*/ 318 w 511"/>
                <a:gd name="T59" fmla="*/ 358 h 947"/>
                <a:gd name="T60" fmla="*/ 258 w 511"/>
                <a:gd name="T61" fmla="*/ 231 h 947"/>
                <a:gd name="T62" fmla="*/ 172 w 511"/>
                <a:gd name="T63" fmla="*/ 114 h 947"/>
                <a:gd name="T64" fmla="*/ 99 w 511"/>
                <a:gd name="T65" fmla="*/ 29 h 947"/>
                <a:gd name="T66" fmla="*/ 59 w 511"/>
                <a:gd name="T67" fmla="*/ 0 h 9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11" h="947">
                  <a:moveTo>
                    <a:pt x="59" y="0"/>
                  </a:moveTo>
                  <a:lnTo>
                    <a:pt x="13" y="0"/>
                  </a:lnTo>
                  <a:lnTo>
                    <a:pt x="0" y="68"/>
                  </a:lnTo>
                  <a:lnTo>
                    <a:pt x="33" y="108"/>
                  </a:lnTo>
                  <a:lnTo>
                    <a:pt x="139" y="202"/>
                  </a:lnTo>
                  <a:lnTo>
                    <a:pt x="232" y="322"/>
                  </a:lnTo>
                  <a:lnTo>
                    <a:pt x="292" y="446"/>
                  </a:lnTo>
                  <a:lnTo>
                    <a:pt x="301" y="527"/>
                  </a:lnTo>
                  <a:lnTo>
                    <a:pt x="298" y="586"/>
                  </a:lnTo>
                  <a:lnTo>
                    <a:pt x="272" y="719"/>
                  </a:lnTo>
                  <a:lnTo>
                    <a:pt x="238" y="827"/>
                  </a:lnTo>
                  <a:lnTo>
                    <a:pt x="209" y="889"/>
                  </a:lnTo>
                  <a:lnTo>
                    <a:pt x="202" y="928"/>
                  </a:lnTo>
                  <a:lnTo>
                    <a:pt x="232" y="928"/>
                  </a:lnTo>
                  <a:lnTo>
                    <a:pt x="278" y="915"/>
                  </a:lnTo>
                  <a:lnTo>
                    <a:pt x="292" y="918"/>
                  </a:lnTo>
                  <a:lnTo>
                    <a:pt x="388" y="924"/>
                  </a:lnTo>
                  <a:lnTo>
                    <a:pt x="461" y="947"/>
                  </a:lnTo>
                  <a:lnTo>
                    <a:pt x="487" y="934"/>
                  </a:lnTo>
                  <a:lnTo>
                    <a:pt x="511" y="885"/>
                  </a:lnTo>
                  <a:lnTo>
                    <a:pt x="487" y="859"/>
                  </a:lnTo>
                  <a:lnTo>
                    <a:pt x="378" y="856"/>
                  </a:lnTo>
                  <a:lnTo>
                    <a:pt x="301" y="866"/>
                  </a:lnTo>
                  <a:lnTo>
                    <a:pt x="262" y="885"/>
                  </a:lnTo>
                  <a:lnTo>
                    <a:pt x="268" y="840"/>
                  </a:lnTo>
                  <a:lnTo>
                    <a:pt x="308" y="771"/>
                  </a:lnTo>
                  <a:lnTo>
                    <a:pt x="341" y="664"/>
                  </a:lnTo>
                  <a:lnTo>
                    <a:pt x="368" y="573"/>
                  </a:lnTo>
                  <a:lnTo>
                    <a:pt x="348" y="469"/>
                  </a:lnTo>
                  <a:lnTo>
                    <a:pt x="318" y="358"/>
                  </a:lnTo>
                  <a:lnTo>
                    <a:pt x="258" y="231"/>
                  </a:lnTo>
                  <a:lnTo>
                    <a:pt x="172" y="114"/>
                  </a:lnTo>
                  <a:lnTo>
                    <a:pt x="99" y="29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FF51962F-FE47-EFFC-E4FD-B888E3845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" y="2320"/>
              <a:ext cx="344" cy="965"/>
            </a:xfrm>
            <a:custGeom>
              <a:avLst/>
              <a:gdLst>
                <a:gd name="T0" fmla="*/ 238 w 344"/>
                <a:gd name="T1" fmla="*/ 0 h 965"/>
                <a:gd name="T2" fmla="*/ 195 w 344"/>
                <a:gd name="T3" fmla="*/ 91 h 965"/>
                <a:gd name="T4" fmla="*/ 165 w 344"/>
                <a:gd name="T5" fmla="*/ 224 h 965"/>
                <a:gd name="T6" fmla="*/ 129 w 344"/>
                <a:gd name="T7" fmla="*/ 371 h 965"/>
                <a:gd name="T8" fmla="*/ 96 w 344"/>
                <a:gd name="T9" fmla="*/ 520 h 965"/>
                <a:gd name="T10" fmla="*/ 96 w 344"/>
                <a:gd name="T11" fmla="*/ 575 h 965"/>
                <a:gd name="T12" fmla="*/ 129 w 344"/>
                <a:gd name="T13" fmla="*/ 673 h 965"/>
                <a:gd name="T14" fmla="*/ 175 w 344"/>
                <a:gd name="T15" fmla="*/ 725 h 965"/>
                <a:gd name="T16" fmla="*/ 218 w 344"/>
                <a:gd name="T17" fmla="*/ 790 h 965"/>
                <a:gd name="T18" fmla="*/ 248 w 344"/>
                <a:gd name="T19" fmla="*/ 838 h 965"/>
                <a:gd name="T20" fmla="*/ 235 w 344"/>
                <a:gd name="T21" fmla="*/ 861 h 965"/>
                <a:gd name="T22" fmla="*/ 159 w 344"/>
                <a:gd name="T23" fmla="*/ 871 h 965"/>
                <a:gd name="T24" fmla="*/ 36 w 344"/>
                <a:gd name="T25" fmla="*/ 890 h 965"/>
                <a:gd name="T26" fmla="*/ 0 w 344"/>
                <a:gd name="T27" fmla="*/ 920 h 965"/>
                <a:gd name="T28" fmla="*/ 30 w 344"/>
                <a:gd name="T29" fmla="*/ 946 h 965"/>
                <a:gd name="T30" fmla="*/ 99 w 344"/>
                <a:gd name="T31" fmla="*/ 965 h 965"/>
                <a:gd name="T32" fmla="*/ 179 w 344"/>
                <a:gd name="T33" fmla="*/ 926 h 965"/>
                <a:gd name="T34" fmla="*/ 238 w 344"/>
                <a:gd name="T35" fmla="*/ 900 h 965"/>
                <a:gd name="T36" fmla="*/ 314 w 344"/>
                <a:gd name="T37" fmla="*/ 890 h 965"/>
                <a:gd name="T38" fmla="*/ 344 w 344"/>
                <a:gd name="T39" fmla="*/ 881 h 965"/>
                <a:gd name="T40" fmla="*/ 334 w 344"/>
                <a:gd name="T41" fmla="*/ 848 h 965"/>
                <a:gd name="T42" fmla="*/ 248 w 344"/>
                <a:gd name="T43" fmla="*/ 764 h 965"/>
                <a:gd name="T44" fmla="*/ 198 w 344"/>
                <a:gd name="T45" fmla="*/ 676 h 965"/>
                <a:gd name="T46" fmla="*/ 155 w 344"/>
                <a:gd name="T47" fmla="*/ 617 h 965"/>
                <a:gd name="T48" fmla="*/ 149 w 344"/>
                <a:gd name="T49" fmla="*/ 559 h 965"/>
                <a:gd name="T50" fmla="*/ 169 w 344"/>
                <a:gd name="T51" fmla="*/ 462 h 965"/>
                <a:gd name="T52" fmla="*/ 215 w 344"/>
                <a:gd name="T53" fmla="*/ 361 h 965"/>
                <a:gd name="T54" fmla="*/ 265 w 344"/>
                <a:gd name="T55" fmla="*/ 189 h 965"/>
                <a:gd name="T56" fmla="*/ 308 w 344"/>
                <a:gd name="T57" fmla="*/ 88 h 965"/>
                <a:gd name="T58" fmla="*/ 304 w 344"/>
                <a:gd name="T59" fmla="*/ 29 h 965"/>
                <a:gd name="T60" fmla="*/ 265 w 344"/>
                <a:gd name="T61" fmla="*/ 0 h 965"/>
                <a:gd name="T62" fmla="*/ 238 w 344"/>
                <a:gd name="T63" fmla="*/ 0 h 9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4" h="965">
                  <a:moveTo>
                    <a:pt x="238" y="0"/>
                  </a:moveTo>
                  <a:lnTo>
                    <a:pt x="195" y="91"/>
                  </a:lnTo>
                  <a:lnTo>
                    <a:pt x="165" y="224"/>
                  </a:lnTo>
                  <a:lnTo>
                    <a:pt x="129" y="371"/>
                  </a:lnTo>
                  <a:lnTo>
                    <a:pt x="96" y="520"/>
                  </a:lnTo>
                  <a:lnTo>
                    <a:pt x="96" y="575"/>
                  </a:lnTo>
                  <a:lnTo>
                    <a:pt x="129" y="673"/>
                  </a:lnTo>
                  <a:lnTo>
                    <a:pt x="175" y="725"/>
                  </a:lnTo>
                  <a:lnTo>
                    <a:pt x="218" y="790"/>
                  </a:lnTo>
                  <a:lnTo>
                    <a:pt x="248" y="838"/>
                  </a:lnTo>
                  <a:lnTo>
                    <a:pt x="235" y="861"/>
                  </a:lnTo>
                  <a:lnTo>
                    <a:pt x="159" y="871"/>
                  </a:lnTo>
                  <a:lnTo>
                    <a:pt x="36" y="890"/>
                  </a:lnTo>
                  <a:lnTo>
                    <a:pt x="0" y="920"/>
                  </a:lnTo>
                  <a:lnTo>
                    <a:pt x="30" y="946"/>
                  </a:lnTo>
                  <a:lnTo>
                    <a:pt x="99" y="965"/>
                  </a:lnTo>
                  <a:lnTo>
                    <a:pt x="179" y="926"/>
                  </a:lnTo>
                  <a:lnTo>
                    <a:pt x="238" y="900"/>
                  </a:lnTo>
                  <a:lnTo>
                    <a:pt x="314" y="890"/>
                  </a:lnTo>
                  <a:lnTo>
                    <a:pt x="344" y="881"/>
                  </a:lnTo>
                  <a:lnTo>
                    <a:pt x="334" y="848"/>
                  </a:lnTo>
                  <a:lnTo>
                    <a:pt x="248" y="764"/>
                  </a:lnTo>
                  <a:lnTo>
                    <a:pt x="198" y="676"/>
                  </a:lnTo>
                  <a:lnTo>
                    <a:pt x="155" y="617"/>
                  </a:lnTo>
                  <a:lnTo>
                    <a:pt x="149" y="559"/>
                  </a:lnTo>
                  <a:lnTo>
                    <a:pt x="169" y="462"/>
                  </a:lnTo>
                  <a:lnTo>
                    <a:pt x="215" y="361"/>
                  </a:lnTo>
                  <a:lnTo>
                    <a:pt x="265" y="189"/>
                  </a:lnTo>
                  <a:lnTo>
                    <a:pt x="308" y="88"/>
                  </a:lnTo>
                  <a:lnTo>
                    <a:pt x="304" y="29"/>
                  </a:lnTo>
                  <a:lnTo>
                    <a:pt x="265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85CF235D-274B-D721-0A48-EE1E216CD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770"/>
              <a:ext cx="170" cy="198"/>
            </a:xfrm>
            <a:custGeom>
              <a:avLst/>
              <a:gdLst>
                <a:gd name="T0" fmla="*/ 20 w 170"/>
                <a:gd name="T1" fmla="*/ 9 h 198"/>
                <a:gd name="T2" fmla="*/ 66 w 170"/>
                <a:gd name="T3" fmla="*/ 0 h 198"/>
                <a:gd name="T4" fmla="*/ 110 w 170"/>
                <a:gd name="T5" fmla="*/ 3 h 198"/>
                <a:gd name="T6" fmla="*/ 150 w 170"/>
                <a:gd name="T7" fmla="*/ 22 h 198"/>
                <a:gd name="T8" fmla="*/ 170 w 170"/>
                <a:gd name="T9" fmla="*/ 58 h 198"/>
                <a:gd name="T10" fmla="*/ 170 w 170"/>
                <a:gd name="T11" fmla="*/ 87 h 198"/>
                <a:gd name="T12" fmla="*/ 150 w 170"/>
                <a:gd name="T13" fmla="*/ 126 h 198"/>
                <a:gd name="T14" fmla="*/ 116 w 170"/>
                <a:gd name="T15" fmla="*/ 149 h 198"/>
                <a:gd name="T16" fmla="*/ 66 w 170"/>
                <a:gd name="T17" fmla="*/ 149 h 198"/>
                <a:gd name="T18" fmla="*/ 36 w 170"/>
                <a:gd name="T19" fmla="*/ 168 h 198"/>
                <a:gd name="T20" fmla="*/ 26 w 170"/>
                <a:gd name="T21" fmla="*/ 198 h 198"/>
                <a:gd name="T22" fmla="*/ 0 w 170"/>
                <a:gd name="T23" fmla="*/ 188 h 198"/>
                <a:gd name="T24" fmla="*/ 10 w 170"/>
                <a:gd name="T25" fmla="*/ 149 h 198"/>
                <a:gd name="T26" fmla="*/ 46 w 170"/>
                <a:gd name="T27" fmla="*/ 126 h 198"/>
                <a:gd name="T28" fmla="*/ 106 w 170"/>
                <a:gd name="T29" fmla="*/ 120 h 198"/>
                <a:gd name="T30" fmla="*/ 130 w 170"/>
                <a:gd name="T31" fmla="*/ 97 h 198"/>
                <a:gd name="T32" fmla="*/ 136 w 170"/>
                <a:gd name="T33" fmla="*/ 61 h 198"/>
                <a:gd name="T34" fmla="*/ 110 w 170"/>
                <a:gd name="T35" fmla="*/ 29 h 198"/>
                <a:gd name="T36" fmla="*/ 70 w 170"/>
                <a:gd name="T37" fmla="*/ 29 h 198"/>
                <a:gd name="T38" fmla="*/ 26 w 170"/>
                <a:gd name="T39" fmla="*/ 39 h 198"/>
                <a:gd name="T40" fmla="*/ 10 w 170"/>
                <a:gd name="T41" fmla="*/ 29 h 198"/>
                <a:gd name="T42" fmla="*/ 20 w 170"/>
                <a:gd name="T43" fmla="*/ 9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0" h="198">
                  <a:moveTo>
                    <a:pt x="20" y="9"/>
                  </a:moveTo>
                  <a:lnTo>
                    <a:pt x="66" y="0"/>
                  </a:lnTo>
                  <a:lnTo>
                    <a:pt x="110" y="3"/>
                  </a:lnTo>
                  <a:lnTo>
                    <a:pt x="150" y="22"/>
                  </a:lnTo>
                  <a:lnTo>
                    <a:pt x="170" y="58"/>
                  </a:lnTo>
                  <a:lnTo>
                    <a:pt x="170" y="87"/>
                  </a:lnTo>
                  <a:lnTo>
                    <a:pt x="150" y="126"/>
                  </a:lnTo>
                  <a:lnTo>
                    <a:pt x="116" y="149"/>
                  </a:lnTo>
                  <a:lnTo>
                    <a:pt x="66" y="149"/>
                  </a:lnTo>
                  <a:lnTo>
                    <a:pt x="36" y="168"/>
                  </a:lnTo>
                  <a:lnTo>
                    <a:pt x="26" y="198"/>
                  </a:lnTo>
                  <a:lnTo>
                    <a:pt x="0" y="188"/>
                  </a:lnTo>
                  <a:lnTo>
                    <a:pt x="10" y="149"/>
                  </a:lnTo>
                  <a:lnTo>
                    <a:pt x="46" y="126"/>
                  </a:lnTo>
                  <a:lnTo>
                    <a:pt x="106" y="120"/>
                  </a:lnTo>
                  <a:lnTo>
                    <a:pt x="130" y="97"/>
                  </a:lnTo>
                  <a:lnTo>
                    <a:pt x="136" y="61"/>
                  </a:lnTo>
                  <a:lnTo>
                    <a:pt x="110" y="29"/>
                  </a:lnTo>
                  <a:lnTo>
                    <a:pt x="70" y="29"/>
                  </a:lnTo>
                  <a:lnTo>
                    <a:pt x="26" y="39"/>
                  </a:lnTo>
                  <a:lnTo>
                    <a:pt x="10" y="29"/>
                  </a:lnTo>
                  <a:lnTo>
                    <a:pt x="20" y="9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4F55DF66-BDD1-998E-C5D0-DE5270140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1001"/>
              <a:ext cx="53" cy="54"/>
            </a:xfrm>
            <a:custGeom>
              <a:avLst/>
              <a:gdLst>
                <a:gd name="T0" fmla="*/ 53 w 53"/>
                <a:gd name="T1" fmla="*/ 3 h 54"/>
                <a:gd name="T2" fmla="*/ 26 w 53"/>
                <a:gd name="T3" fmla="*/ 0 h 54"/>
                <a:gd name="T4" fmla="*/ 8 w 53"/>
                <a:gd name="T5" fmla="*/ 20 h 54"/>
                <a:gd name="T6" fmla="*/ 0 w 53"/>
                <a:gd name="T7" fmla="*/ 51 h 54"/>
                <a:gd name="T8" fmla="*/ 26 w 53"/>
                <a:gd name="T9" fmla="*/ 54 h 54"/>
                <a:gd name="T10" fmla="*/ 48 w 53"/>
                <a:gd name="T11" fmla="*/ 40 h 54"/>
                <a:gd name="T12" fmla="*/ 53 w 53"/>
                <a:gd name="T13" fmla="*/ 3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54">
                  <a:moveTo>
                    <a:pt x="53" y="3"/>
                  </a:moveTo>
                  <a:lnTo>
                    <a:pt x="26" y="0"/>
                  </a:lnTo>
                  <a:lnTo>
                    <a:pt x="8" y="20"/>
                  </a:lnTo>
                  <a:lnTo>
                    <a:pt x="0" y="51"/>
                  </a:lnTo>
                  <a:lnTo>
                    <a:pt x="26" y="54"/>
                  </a:lnTo>
                  <a:lnTo>
                    <a:pt x="48" y="40"/>
                  </a:lnTo>
                  <a:lnTo>
                    <a:pt x="53" y="3"/>
                  </a:ln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4400391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UIT">
      <a:dk1>
        <a:srgbClr val="000000"/>
      </a:dk1>
      <a:lt1>
        <a:srgbClr val="FFFFFF"/>
      </a:lt1>
      <a:dk2>
        <a:srgbClr val="354253"/>
      </a:dk2>
      <a:lt2>
        <a:srgbClr val="E7E6E6"/>
      </a:lt2>
      <a:accent1>
        <a:srgbClr val="044F9E"/>
      </a:accent1>
      <a:accent2>
        <a:srgbClr val="2072B7"/>
      </a:accent2>
      <a:accent3>
        <a:srgbClr val="4CC4EB"/>
      </a:accent3>
      <a:accent4>
        <a:srgbClr val="E81F26"/>
      </a:accent4>
      <a:accent5>
        <a:srgbClr val="FEC01D"/>
      </a:accent5>
      <a:accent6>
        <a:srgbClr val="DBD014"/>
      </a:accent6>
      <a:hlink>
        <a:srgbClr val="2072B7"/>
      </a:hlink>
      <a:folHlink>
        <a:srgbClr val="044F9E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909</TotalTime>
  <Words>157</Words>
  <Application>Microsoft Office PowerPoint</Application>
  <PresentationFormat>Widescreen</PresentationFormat>
  <Paragraphs>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Myriad Pro</vt:lpstr>
      <vt:lpstr>Times New Roman</vt:lpstr>
      <vt:lpstr>Wingdings</vt:lpstr>
      <vt:lpstr>1_Office Theme</vt:lpstr>
      <vt:lpstr>PowerPoint Presentation</vt:lpstr>
      <vt:lpstr>NỘI DUNG</vt:lpstr>
      <vt:lpstr>MỤC TIÊU</vt:lpstr>
      <vt:lpstr>DÙNG .NET ASYNCHRONOUS SOCKET</vt:lpstr>
      <vt:lpstr>DÙNG .NET ASYNCHRONOUS SOCKET</vt:lpstr>
      <vt:lpstr>DÙNG NON-BLOCKING SOCKET TRONG .NET</vt:lpstr>
      <vt:lpstr>DÙNG NON-BLOCKING SOCKET TRONG .NET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Võ Văn Vũ</dc:creator>
  <cp:lastModifiedBy>Ngô Quốc Huy - Khoa Công nghệ Thông tin - VLTECH</cp:lastModifiedBy>
  <cp:revision>96</cp:revision>
  <dcterms:created xsi:type="dcterms:W3CDTF">2023-11-06T07:10:59Z</dcterms:created>
  <dcterms:modified xsi:type="dcterms:W3CDTF">2025-08-14T08:15:13Z</dcterms:modified>
</cp:coreProperties>
</file>